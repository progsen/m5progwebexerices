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82" r:id="rId4"/>
    <p:sldId id="283" r:id="rId5"/>
    <p:sldId id="276" r:id="rId6"/>
    <p:sldId id="277" r:id="rId7"/>
    <p:sldId id="278" r:id="rId8"/>
    <p:sldId id="279" r:id="rId9"/>
    <p:sldId id="272" r:id="rId10"/>
    <p:sldId id="280" r:id="rId11"/>
    <p:sldId id="281" r:id="rId12"/>
    <p:sldId id="274" r:id="rId13"/>
    <p:sldId id="267" r:id="rId14"/>
    <p:sldId id="268" r:id="rId15"/>
    <p:sldId id="269" r:id="rId16"/>
    <p:sldId id="270" r:id="rId17"/>
    <p:sldId id="271" r:id="rId18"/>
    <p:sldId id="266" r:id="rId19"/>
    <p:sldId id="275" r:id="rId20"/>
    <p:sldId id="26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8484624-CE73-4ABD-9DB1-C39FE0826881}" v="15" dt="2025-09-08T06:45:27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ragan Javorac" userId="913c2858-fb97-4c6e-a42c-b1f1a16b225e" providerId="ADAL" clId="{A5AEE6FE-354A-4448-AD79-71322F6B333C}"/>
    <pc:docChg chg="custSel modSld">
      <pc:chgData name="Dragan Javorac" userId="913c2858-fb97-4c6e-a42c-b1f1a16b225e" providerId="ADAL" clId="{A5AEE6FE-354A-4448-AD79-71322F6B333C}" dt="2024-09-10T09:51:25.094" v="68" actId="20577"/>
      <pc:docMkLst>
        <pc:docMk/>
      </pc:docMkLst>
      <pc:sldChg chg="modSp mod">
        <pc:chgData name="Dragan Javorac" userId="913c2858-fb97-4c6e-a42c-b1f1a16b225e" providerId="ADAL" clId="{A5AEE6FE-354A-4448-AD79-71322F6B333C}" dt="2024-09-05T11:38:19.198" v="66" actId="20577"/>
        <pc:sldMkLst>
          <pc:docMk/>
          <pc:sldMk cId="3300743470" sldId="257"/>
        </pc:sldMkLst>
      </pc:sldChg>
      <pc:sldChg chg="modSp mod">
        <pc:chgData name="Dragan Javorac" userId="913c2858-fb97-4c6e-a42c-b1f1a16b225e" providerId="ADAL" clId="{A5AEE6FE-354A-4448-AD79-71322F6B333C}" dt="2024-09-10T09:51:25.094" v="68" actId="20577"/>
        <pc:sldMkLst>
          <pc:docMk/>
          <pc:sldMk cId="3583996413" sldId="265"/>
        </pc:sldMkLst>
      </pc:sldChg>
    </pc:docChg>
  </pc:docChgLst>
  <pc:docChgLst>
    <pc:chgData name="Dragan Javorac" userId="913c2858-fb97-4c6e-a42c-b1f1a16b225e" providerId="ADAL" clId="{F1477162-E3B9-4B3F-B801-B097DA74C41A}"/>
    <pc:docChg chg="custSel addSld modSld">
      <pc:chgData name="Dragan Javorac" userId="913c2858-fb97-4c6e-a42c-b1f1a16b225e" providerId="ADAL" clId="{F1477162-E3B9-4B3F-B801-B097DA74C41A}" dt="2023-07-04T08:20:14.080" v="309" actId="5793"/>
      <pc:docMkLst>
        <pc:docMk/>
      </pc:docMkLst>
      <pc:sldChg chg="addSp delSp modSp mod">
        <pc:chgData name="Dragan Javorac" userId="913c2858-fb97-4c6e-a42c-b1f1a16b225e" providerId="ADAL" clId="{F1477162-E3B9-4B3F-B801-B097DA74C41A}" dt="2023-07-04T07:38:40.296" v="43" actId="1076"/>
        <pc:sldMkLst>
          <pc:docMk/>
          <pc:sldMk cId="3811378203" sldId="256"/>
        </pc:sldMkLst>
      </pc:sldChg>
      <pc:sldChg chg="addSp delSp modSp new mod">
        <pc:chgData name="Dragan Javorac" userId="913c2858-fb97-4c6e-a42c-b1f1a16b225e" providerId="ADAL" clId="{F1477162-E3B9-4B3F-B801-B097DA74C41A}" dt="2023-07-04T08:19:44.170" v="213" actId="1076"/>
        <pc:sldMkLst>
          <pc:docMk/>
          <pc:sldMk cId="3300743470" sldId="257"/>
        </pc:sldMkLst>
      </pc:sldChg>
      <pc:sldChg chg="modSp add mod">
        <pc:chgData name="Dragan Javorac" userId="913c2858-fb97-4c6e-a42c-b1f1a16b225e" providerId="ADAL" clId="{F1477162-E3B9-4B3F-B801-B097DA74C41A}" dt="2023-07-04T08:20:14.080" v="309" actId="5793"/>
        <pc:sldMkLst>
          <pc:docMk/>
          <pc:sldMk cId="1976930380" sldId="258"/>
        </pc:sldMkLst>
      </pc:sldChg>
    </pc:docChg>
  </pc:docChgLst>
  <pc:docChgLst>
    <pc:chgData name="Dragan Javorac" userId="913c2858-fb97-4c6e-a42c-b1f1a16b225e" providerId="ADAL" clId="{7F8D6662-5B01-4EF7-8A19-57188D855E06}"/>
    <pc:docChg chg="undo custSel addSld delSld modSld sldOrd modMainMaster">
      <pc:chgData name="Dragan Javorac" userId="913c2858-fb97-4c6e-a42c-b1f1a16b225e" providerId="ADAL" clId="{7F8D6662-5B01-4EF7-8A19-57188D855E06}" dt="2023-07-04T10:42:58.301" v="1157" actId="1076"/>
      <pc:docMkLst>
        <pc:docMk/>
      </pc:docMkLst>
      <pc:sldChg chg="addSp delSp modSp mod">
        <pc:chgData name="Dragan Javorac" userId="913c2858-fb97-4c6e-a42c-b1f1a16b225e" providerId="ADAL" clId="{7F8D6662-5B01-4EF7-8A19-57188D855E06}" dt="2023-07-04T10:27:45.760" v="760" actId="120"/>
        <pc:sldMkLst>
          <pc:docMk/>
          <pc:sldMk cId="3811378203" sldId="256"/>
        </pc:sldMkLst>
      </pc:sldChg>
      <pc:sldChg chg="delSp modSp mod setBg">
        <pc:chgData name="Dragan Javorac" userId="913c2858-fb97-4c6e-a42c-b1f1a16b225e" providerId="ADAL" clId="{7F8D6662-5B01-4EF7-8A19-57188D855E06}" dt="2023-07-04T10:21:27.239" v="377"/>
        <pc:sldMkLst>
          <pc:docMk/>
          <pc:sldMk cId="3300743470" sldId="257"/>
        </pc:sldMkLst>
      </pc:sldChg>
      <pc:sldChg chg="del">
        <pc:chgData name="Dragan Javorac" userId="913c2858-fb97-4c6e-a42c-b1f1a16b225e" providerId="ADAL" clId="{7F8D6662-5B01-4EF7-8A19-57188D855E06}" dt="2023-07-04T10:20:36.350" v="342" actId="47"/>
        <pc:sldMkLst>
          <pc:docMk/>
          <pc:sldMk cId="1976930380" sldId="258"/>
        </pc:sldMkLst>
      </pc:sldChg>
      <pc:sldChg chg="modSp add mod">
        <pc:chgData name="Dragan Javorac" userId="913c2858-fb97-4c6e-a42c-b1f1a16b225e" providerId="ADAL" clId="{7F8D6662-5B01-4EF7-8A19-57188D855E06}" dt="2023-07-04T10:20:33.898" v="341" actId="313"/>
        <pc:sldMkLst>
          <pc:docMk/>
          <pc:sldMk cId="1670845898" sldId="259"/>
        </pc:sldMkLst>
      </pc:sldChg>
      <pc:sldChg chg="addSp delSp modSp add mod">
        <pc:chgData name="Dragan Javorac" userId="913c2858-fb97-4c6e-a42c-b1f1a16b225e" providerId="ADAL" clId="{7F8D6662-5B01-4EF7-8A19-57188D855E06}" dt="2023-07-04T10:25:47.013" v="666" actId="1076"/>
        <pc:sldMkLst>
          <pc:docMk/>
          <pc:sldMk cId="2046542118" sldId="260"/>
        </pc:sldMkLst>
      </pc:sldChg>
      <pc:sldChg chg="addSp delSp modSp add mod">
        <pc:chgData name="Dragan Javorac" userId="913c2858-fb97-4c6e-a42c-b1f1a16b225e" providerId="ADAL" clId="{7F8D6662-5B01-4EF7-8A19-57188D855E06}" dt="2023-07-04T10:26:49.231" v="705" actId="20577"/>
        <pc:sldMkLst>
          <pc:docMk/>
          <pc:sldMk cId="1225269572" sldId="261"/>
        </pc:sldMkLst>
      </pc:sldChg>
      <pc:sldChg chg="addSp delSp modSp add mod ord">
        <pc:chgData name="Dragan Javorac" userId="913c2858-fb97-4c6e-a42c-b1f1a16b225e" providerId="ADAL" clId="{7F8D6662-5B01-4EF7-8A19-57188D855E06}" dt="2023-07-04T10:39:39.196" v="971" actId="1076"/>
        <pc:sldMkLst>
          <pc:docMk/>
          <pc:sldMk cId="1222090376" sldId="262"/>
        </pc:sldMkLst>
      </pc:sldChg>
      <pc:sldChg chg="addSp delSp modSp add mod">
        <pc:chgData name="Dragan Javorac" userId="913c2858-fb97-4c6e-a42c-b1f1a16b225e" providerId="ADAL" clId="{7F8D6662-5B01-4EF7-8A19-57188D855E06}" dt="2023-07-04T10:39:59.259" v="982" actId="20577"/>
        <pc:sldMkLst>
          <pc:docMk/>
          <pc:sldMk cId="589306920" sldId="263"/>
        </pc:sldMkLst>
      </pc:sldChg>
      <pc:sldChg chg="addSp delSp modSp add mod">
        <pc:chgData name="Dragan Javorac" userId="913c2858-fb97-4c6e-a42c-b1f1a16b225e" providerId="ADAL" clId="{7F8D6662-5B01-4EF7-8A19-57188D855E06}" dt="2023-07-04T10:40:19.436" v="1020" actId="20577"/>
        <pc:sldMkLst>
          <pc:docMk/>
          <pc:sldMk cId="4014016235" sldId="264"/>
        </pc:sldMkLst>
      </pc:sldChg>
      <pc:sldChg chg="add del">
        <pc:chgData name="Dragan Javorac" userId="913c2858-fb97-4c6e-a42c-b1f1a16b225e" providerId="ADAL" clId="{7F8D6662-5B01-4EF7-8A19-57188D855E06}" dt="2023-07-04T10:29:38.998" v="827" actId="47"/>
        <pc:sldMkLst>
          <pc:docMk/>
          <pc:sldMk cId="2972604342" sldId="265"/>
        </pc:sldMkLst>
      </pc:sldChg>
      <pc:sldChg chg="addSp delSp modSp add mod">
        <pc:chgData name="Dragan Javorac" userId="913c2858-fb97-4c6e-a42c-b1f1a16b225e" providerId="ADAL" clId="{7F8D6662-5B01-4EF7-8A19-57188D855E06}" dt="2023-07-04T10:42:58.301" v="1157" actId="1076"/>
        <pc:sldMkLst>
          <pc:docMk/>
          <pc:sldMk cId="3583996413" sldId="265"/>
        </pc:sldMkLst>
      </pc:sldChg>
      <pc:sldMasterChg chg="setBg modSldLayout">
        <pc:chgData name="Dragan Javorac" userId="913c2858-fb97-4c6e-a42c-b1f1a16b225e" providerId="ADAL" clId="{7F8D6662-5B01-4EF7-8A19-57188D855E06}" dt="2023-07-04T10:21:27.239" v="377"/>
        <pc:sldMasterMkLst>
          <pc:docMk/>
          <pc:sldMasterMk cId="3693416429" sldId="2147483660"/>
        </pc:sldMasterMkLst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162610225" sldId="2147483661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40797094" sldId="2147483662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605278620" sldId="2147483663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9008843" sldId="2147483664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378268795" sldId="2147483665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209549964" sldId="2147483666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98971065" sldId="2147483667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180203837" sldId="2147483668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235880648" sldId="2147483669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3591266034" sldId="2147483670"/>
          </pc:sldLayoutMkLst>
        </pc:sldLayoutChg>
        <pc:sldLayoutChg chg="setBg">
          <pc:chgData name="Dragan Javorac" userId="913c2858-fb97-4c6e-a42c-b1f1a16b225e" providerId="ADAL" clId="{7F8D6662-5B01-4EF7-8A19-57188D855E06}" dt="2023-07-04T10:21:27.239" v="377"/>
          <pc:sldLayoutMkLst>
            <pc:docMk/>
            <pc:sldMasterMk cId="3693416429" sldId="2147483660"/>
            <pc:sldLayoutMk cId="4158079414" sldId="2147483671"/>
          </pc:sldLayoutMkLst>
        </pc:sldLayoutChg>
      </pc:sldMasterChg>
    </pc:docChg>
  </pc:docChgLst>
  <pc:docChgLst>
    <pc:chgData name="Dragan Javorac" userId="913c2858-fb97-4c6e-a42c-b1f1a16b225e" providerId="ADAL" clId="{9F4756D4-19AA-4BFB-812C-6BAA87C5B402}"/>
    <pc:docChg chg="undo custSel addSld delSld modSld">
      <pc:chgData name="Dragan Javorac" userId="913c2858-fb97-4c6e-a42c-b1f1a16b225e" providerId="ADAL" clId="{9F4756D4-19AA-4BFB-812C-6BAA87C5B402}" dt="2023-09-07T08:12:40.816" v="696" actId="20577"/>
      <pc:docMkLst>
        <pc:docMk/>
      </pc:docMkLst>
      <pc:sldChg chg="modSp mod">
        <pc:chgData name="Dragan Javorac" userId="913c2858-fb97-4c6e-a42c-b1f1a16b225e" providerId="ADAL" clId="{9F4756D4-19AA-4BFB-812C-6BAA87C5B402}" dt="2023-09-07T07:32:51.306" v="316" actId="20577"/>
        <pc:sldMkLst>
          <pc:docMk/>
          <pc:sldMk cId="3300743470" sldId="257"/>
        </pc:sldMkLst>
      </pc:sldChg>
      <pc:sldChg chg="addSp delSp modSp mod">
        <pc:chgData name="Dragan Javorac" userId="913c2858-fb97-4c6e-a42c-b1f1a16b225e" providerId="ADAL" clId="{9F4756D4-19AA-4BFB-812C-6BAA87C5B402}" dt="2023-09-07T07:31:39.338" v="205" actId="20577"/>
        <pc:sldMkLst>
          <pc:docMk/>
          <pc:sldMk cId="3583996413" sldId="265"/>
        </pc:sldMkLst>
      </pc:sldChg>
      <pc:sldChg chg="modSp mod">
        <pc:chgData name="Dragan Javorac" userId="913c2858-fb97-4c6e-a42c-b1f1a16b225e" providerId="ADAL" clId="{9F4756D4-19AA-4BFB-812C-6BAA87C5B402}" dt="2023-09-07T08:12:40.816" v="696" actId="20577"/>
        <pc:sldMkLst>
          <pc:docMk/>
          <pc:sldMk cId="1648467783" sldId="266"/>
        </pc:sldMkLst>
      </pc:sldChg>
      <pc:sldChg chg="modSp mod">
        <pc:chgData name="Dragan Javorac" userId="913c2858-fb97-4c6e-a42c-b1f1a16b225e" providerId="ADAL" clId="{9F4756D4-19AA-4BFB-812C-6BAA87C5B402}" dt="2023-09-07T07:26:26.904" v="2" actId="6549"/>
        <pc:sldMkLst>
          <pc:docMk/>
          <pc:sldMk cId="2071724299" sldId="267"/>
        </pc:sldMkLst>
      </pc:sldChg>
      <pc:sldChg chg="addSp modSp mod">
        <pc:chgData name="Dragan Javorac" userId="913c2858-fb97-4c6e-a42c-b1f1a16b225e" providerId="ADAL" clId="{9F4756D4-19AA-4BFB-812C-6BAA87C5B402}" dt="2023-09-07T07:27:17.828" v="65" actId="1076"/>
        <pc:sldMkLst>
          <pc:docMk/>
          <pc:sldMk cId="1545876471" sldId="268"/>
        </pc:sldMkLst>
      </pc:sldChg>
      <pc:sldChg chg="modSp mod">
        <pc:chgData name="Dragan Javorac" userId="913c2858-fb97-4c6e-a42c-b1f1a16b225e" providerId="ADAL" clId="{9F4756D4-19AA-4BFB-812C-6BAA87C5B402}" dt="2023-09-07T07:27:31.423" v="66" actId="20577"/>
        <pc:sldMkLst>
          <pc:docMk/>
          <pc:sldMk cId="275344560" sldId="269"/>
        </pc:sldMkLst>
      </pc:sldChg>
      <pc:sldChg chg="addSp modSp mod">
        <pc:chgData name="Dragan Javorac" userId="913c2858-fb97-4c6e-a42c-b1f1a16b225e" providerId="ADAL" clId="{9F4756D4-19AA-4BFB-812C-6BAA87C5B402}" dt="2023-09-07T07:28:20.732" v="140" actId="1076"/>
        <pc:sldMkLst>
          <pc:docMk/>
          <pc:sldMk cId="1812396322" sldId="271"/>
        </pc:sldMkLst>
      </pc:sldChg>
      <pc:sldChg chg="del">
        <pc:chgData name="Dragan Javorac" userId="913c2858-fb97-4c6e-a42c-b1f1a16b225e" providerId="ADAL" clId="{9F4756D4-19AA-4BFB-812C-6BAA87C5B402}" dt="2023-09-07T07:28:47.432" v="141" actId="47"/>
        <pc:sldMkLst>
          <pc:docMk/>
          <pc:sldMk cId="3684146358" sldId="272"/>
        </pc:sldMkLst>
      </pc:sldChg>
      <pc:sldChg chg="modSp mod">
        <pc:chgData name="Dragan Javorac" userId="913c2858-fb97-4c6e-a42c-b1f1a16b225e" providerId="ADAL" clId="{9F4756D4-19AA-4BFB-812C-6BAA87C5B402}" dt="2023-09-07T07:36:37.972" v="655" actId="20577"/>
        <pc:sldMkLst>
          <pc:docMk/>
          <pc:sldMk cId="2371956023" sldId="273"/>
        </pc:sldMkLst>
      </pc:sldChg>
      <pc:sldChg chg="add">
        <pc:chgData name="Dragan Javorac" userId="913c2858-fb97-4c6e-a42c-b1f1a16b225e" providerId="ADAL" clId="{9F4756D4-19AA-4BFB-812C-6BAA87C5B402}" dt="2023-09-07T07:32:11.308" v="208" actId="2890"/>
        <pc:sldMkLst>
          <pc:docMk/>
          <pc:sldMk cId="2279458216" sldId="274"/>
        </pc:sldMkLst>
      </pc:sldChg>
      <pc:sldChg chg="add del">
        <pc:chgData name="Dragan Javorac" userId="913c2858-fb97-4c6e-a42c-b1f1a16b225e" providerId="ADAL" clId="{9F4756D4-19AA-4BFB-812C-6BAA87C5B402}" dt="2023-09-07T07:32:09.547" v="207" actId="2890"/>
        <pc:sldMkLst>
          <pc:docMk/>
          <pc:sldMk cId="2574927242" sldId="274"/>
        </pc:sldMkLst>
      </pc:sldChg>
      <pc:sldChg chg="addSp modSp add del mod">
        <pc:chgData name="Dragan Javorac" userId="913c2858-fb97-4c6e-a42c-b1f1a16b225e" providerId="ADAL" clId="{9F4756D4-19AA-4BFB-812C-6BAA87C5B402}" dt="2023-09-07T07:58:28.134" v="656" actId="47"/>
        <pc:sldMkLst>
          <pc:docMk/>
          <pc:sldMk cId="879271340" sldId="275"/>
        </pc:sldMkLst>
      </pc:sldChg>
      <pc:sldChg chg="add del">
        <pc:chgData name="Dragan Javorac" userId="913c2858-fb97-4c6e-a42c-b1f1a16b225e" providerId="ADAL" clId="{9F4756D4-19AA-4BFB-812C-6BAA87C5B402}" dt="2023-09-07T08:12:19.405" v="658" actId="47"/>
        <pc:sldMkLst>
          <pc:docMk/>
          <pc:sldMk cId="1338633288" sldId="275"/>
        </pc:sldMkLst>
      </pc:sldChg>
    </pc:docChg>
  </pc:docChgLst>
  <pc:docChgLst>
    <pc:chgData name="Dragan Javorac" userId="913c2858-fb97-4c6e-a42c-b1f1a16b225e" providerId="ADAL" clId="{BC00D9DF-F858-4149-8B7B-F211D448CEDA}"/>
    <pc:docChg chg="undo custSel addSld delSld modSld sldOrd">
      <pc:chgData name="Dragan Javorac" userId="913c2858-fb97-4c6e-a42c-b1f1a16b225e" providerId="ADAL" clId="{BC00D9DF-F858-4149-8B7B-F211D448CEDA}" dt="2025-09-08T06:45:30.050" v="153" actId="47"/>
      <pc:docMkLst>
        <pc:docMk/>
      </pc:docMkLst>
      <pc:sldChg chg="modSp mod">
        <pc:chgData name="Dragan Javorac" userId="913c2858-fb97-4c6e-a42c-b1f1a16b225e" providerId="ADAL" clId="{BC00D9DF-F858-4149-8B7B-F211D448CEDA}" dt="2025-09-08T06:40:46.007" v="88" actId="20577"/>
        <pc:sldMkLst>
          <pc:docMk/>
          <pc:sldMk cId="3300743470" sldId="257"/>
        </pc:sldMkLst>
        <pc:spChg chg="mod">
          <ac:chgData name="Dragan Javorac" userId="913c2858-fb97-4c6e-a42c-b1f1a16b225e" providerId="ADAL" clId="{BC00D9DF-F858-4149-8B7B-F211D448CEDA}" dt="2025-09-08T06:40:46.007" v="88" actId="20577"/>
          <ac:spMkLst>
            <pc:docMk/>
            <pc:sldMk cId="3300743470" sldId="257"/>
            <ac:spMk id="3" creationId="{73F8797C-A226-7836-7AC1-7E1ADAA37B9C}"/>
          </ac:spMkLst>
        </pc:spChg>
      </pc:sldChg>
      <pc:sldChg chg="del">
        <pc:chgData name="Dragan Javorac" userId="913c2858-fb97-4c6e-a42c-b1f1a16b225e" providerId="ADAL" clId="{BC00D9DF-F858-4149-8B7B-F211D448CEDA}" dt="2025-09-05T09:00:02.917" v="35" actId="47"/>
        <pc:sldMkLst>
          <pc:docMk/>
          <pc:sldMk cId="1670845898" sldId="259"/>
        </pc:sldMkLst>
      </pc:sldChg>
      <pc:sldChg chg="addSp delSp modSp mod">
        <pc:chgData name="Dragan Javorac" userId="913c2858-fb97-4c6e-a42c-b1f1a16b225e" providerId="ADAL" clId="{BC00D9DF-F858-4149-8B7B-F211D448CEDA}" dt="2025-09-08T06:39:05.727" v="77" actId="20577"/>
        <pc:sldMkLst>
          <pc:docMk/>
          <pc:sldMk cId="3583996413" sldId="265"/>
        </pc:sldMkLst>
        <pc:spChg chg="mod">
          <ac:chgData name="Dragan Javorac" userId="913c2858-fb97-4c6e-a42c-b1f1a16b225e" providerId="ADAL" clId="{BC00D9DF-F858-4149-8B7B-F211D448CEDA}" dt="2025-09-08T06:39:05.727" v="77" actId="20577"/>
          <ac:spMkLst>
            <pc:docMk/>
            <pc:sldMk cId="3583996413" sldId="265"/>
            <ac:spMk id="3" creationId="{73F8797C-A226-7836-7AC1-7E1ADAA37B9C}"/>
          </ac:spMkLst>
        </pc:spChg>
        <pc:picChg chg="add mod">
          <ac:chgData name="Dragan Javorac" userId="913c2858-fb97-4c6e-a42c-b1f1a16b225e" providerId="ADAL" clId="{BC00D9DF-F858-4149-8B7B-F211D448CEDA}" dt="2025-09-05T08:55:35.294" v="8" actId="1076"/>
          <ac:picMkLst>
            <pc:docMk/>
            <pc:sldMk cId="3583996413" sldId="265"/>
            <ac:picMk id="5" creationId="{8BDDD4EB-0EB5-AE0D-40F1-0733CB9E839C}"/>
          </ac:picMkLst>
        </pc:picChg>
      </pc:sldChg>
      <pc:sldChg chg="add">
        <pc:chgData name="Dragan Javorac" userId="913c2858-fb97-4c6e-a42c-b1f1a16b225e" providerId="ADAL" clId="{BC00D9DF-F858-4149-8B7B-F211D448CEDA}" dt="2025-09-05T09:05:16.767" v="68"/>
        <pc:sldMkLst>
          <pc:docMk/>
          <pc:sldMk cId="1577917619" sldId="272"/>
        </pc:sldMkLst>
      </pc:sldChg>
      <pc:sldChg chg="del">
        <pc:chgData name="Dragan Javorac" userId="913c2858-fb97-4c6e-a42c-b1f1a16b225e" providerId="ADAL" clId="{BC00D9DF-F858-4149-8B7B-F211D448CEDA}" dt="2025-09-08T06:45:30.050" v="153" actId="47"/>
        <pc:sldMkLst>
          <pc:docMk/>
          <pc:sldMk cId="2371956023" sldId="273"/>
        </pc:sldMkLst>
      </pc:sldChg>
      <pc:sldChg chg="modSp add mod ord">
        <pc:chgData name="Dragan Javorac" userId="913c2858-fb97-4c6e-a42c-b1f1a16b225e" providerId="ADAL" clId="{BC00D9DF-F858-4149-8B7B-F211D448CEDA}" dt="2025-09-08T06:45:27.766" v="152"/>
        <pc:sldMkLst>
          <pc:docMk/>
          <pc:sldMk cId="1169020957" sldId="275"/>
        </pc:sldMkLst>
        <pc:spChg chg="mod">
          <ac:chgData name="Dragan Javorac" userId="913c2858-fb97-4c6e-a42c-b1f1a16b225e" providerId="ADAL" clId="{BC00D9DF-F858-4149-8B7B-F211D448CEDA}" dt="2025-09-05T08:57:52.622" v="21" actId="20577"/>
          <ac:spMkLst>
            <pc:docMk/>
            <pc:sldMk cId="1169020957" sldId="275"/>
            <ac:spMk id="2" creationId="{8997020A-CD37-1541-ADFB-69BC6DDB48C2}"/>
          </ac:spMkLst>
        </pc:spChg>
        <pc:spChg chg="mod">
          <ac:chgData name="Dragan Javorac" userId="913c2858-fb97-4c6e-a42c-b1f1a16b225e" providerId="ADAL" clId="{BC00D9DF-F858-4149-8B7B-F211D448CEDA}" dt="2025-09-08T06:45:27.766" v="152"/>
          <ac:spMkLst>
            <pc:docMk/>
            <pc:sldMk cId="1169020957" sldId="275"/>
            <ac:spMk id="3" creationId="{69630E11-9B51-995C-5BEC-F57B306C4F55}"/>
          </ac:spMkLst>
        </pc:spChg>
      </pc:sldChg>
      <pc:sldChg chg="add ord">
        <pc:chgData name="Dragan Javorac" userId="913c2858-fb97-4c6e-a42c-b1f1a16b225e" providerId="ADAL" clId="{BC00D9DF-F858-4149-8B7B-F211D448CEDA}" dt="2025-09-05T09:04:53.038" v="67"/>
        <pc:sldMkLst>
          <pc:docMk/>
          <pc:sldMk cId="1041761401" sldId="276"/>
        </pc:sldMkLst>
      </pc:sldChg>
      <pc:sldChg chg="add ord">
        <pc:chgData name="Dragan Javorac" userId="913c2858-fb97-4c6e-a42c-b1f1a16b225e" providerId="ADAL" clId="{BC00D9DF-F858-4149-8B7B-F211D448CEDA}" dt="2025-09-05T09:04:53.038" v="67"/>
        <pc:sldMkLst>
          <pc:docMk/>
          <pc:sldMk cId="4263728683" sldId="277"/>
        </pc:sldMkLst>
      </pc:sldChg>
      <pc:sldChg chg="add ord">
        <pc:chgData name="Dragan Javorac" userId="913c2858-fb97-4c6e-a42c-b1f1a16b225e" providerId="ADAL" clId="{BC00D9DF-F858-4149-8B7B-F211D448CEDA}" dt="2025-09-05T09:04:53.038" v="67"/>
        <pc:sldMkLst>
          <pc:docMk/>
          <pc:sldMk cId="3465226141" sldId="278"/>
        </pc:sldMkLst>
      </pc:sldChg>
      <pc:sldChg chg="add">
        <pc:chgData name="Dragan Javorac" userId="913c2858-fb97-4c6e-a42c-b1f1a16b225e" providerId="ADAL" clId="{BC00D9DF-F858-4149-8B7B-F211D448CEDA}" dt="2025-09-05T09:05:16.767" v="68"/>
        <pc:sldMkLst>
          <pc:docMk/>
          <pc:sldMk cId="3188503958" sldId="279"/>
        </pc:sldMkLst>
      </pc:sldChg>
      <pc:sldChg chg="add ord">
        <pc:chgData name="Dragan Javorac" userId="913c2858-fb97-4c6e-a42c-b1f1a16b225e" providerId="ADAL" clId="{BC00D9DF-F858-4149-8B7B-F211D448CEDA}" dt="2025-09-05T09:05:36.995" v="76"/>
        <pc:sldMkLst>
          <pc:docMk/>
          <pc:sldMk cId="1761508016" sldId="280"/>
        </pc:sldMkLst>
      </pc:sldChg>
      <pc:sldChg chg="modSp new">
        <pc:chgData name="Dragan Javorac" userId="913c2858-fb97-4c6e-a42c-b1f1a16b225e" providerId="ADAL" clId="{BC00D9DF-F858-4149-8B7B-F211D448CEDA}" dt="2025-09-05T09:05:32.943" v="74"/>
        <pc:sldMkLst>
          <pc:docMk/>
          <pc:sldMk cId="2349222094" sldId="281"/>
        </pc:sldMkLst>
        <pc:spChg chg="mod">
          <ac:chgData name="Dragan Javorac" userId="913c2858-fb97-4c6e-a42c-b1f1a16b225e" providerId="ADAL" clId="{BC00D9DF-F858-4149-8B7B-F211D448CEDA}" dt="2025-09-05T09:05:32.943" v="74"/>
          <ac:spMkLst>
            <pc:docMk/>
            <pc:sldMk cId="2349222094" sldId="281"/>
            <ac:spMk id="2" creationId="{C8EF3761-E788-3EA5-F615-5DF0E692B61E}"/>
          </ac:spMkLst>
        </pc:spChg>
      </pc:sldChg>
      <pc:sldChg chg="addSp delSp modSp new mod">
        <pc:chgData name="Dragan Javorac" userId="913c2858-fb97-4c6e-a42c-b1f1a16b225e" providerId="ADAL" clId="{BC00D9DF-F858-4149-8B7B-F211D448CEDA}" dt="2025-09-08T06:45:12.804" v="149" actId="14100"/>
        <pc:sldMkLst>
          <pc:docMk/>
          <pc:sldMk cId="34536451" sldId="282"/>
        </pc:sldMkLst>
        <pc:spChg chg="mod">
          <ac:chgData name="Dragan Javorac" userId="913c2858-fb97-4c6e-a42c-b1f1a16b225e" providerId="ADAL" clId="{BC00D9DF-F858-4149-8B7B-F211D448CEDA}" dt="2025-09-08T06:44:37.747" v="116" actId="20577"/>
          <ac:spMkLst>
            <pc:docMk/>
            <pc:sldMk cId="34536451" sldId="282"/>
            <ac:spMk id="2" creationId="{768DAACD-AF18-1AC9-83EC-01E4DB58D607}"/>
          </ac:spMkLst>
        </pc:spChg>
        <pc:spChg chg="del mod">
          <ac:chgData name="Dragan Javorac" userId="913c2858-fb97-4c6e-a42c-b1f1a16b225e" providerId="ADAL" clId="{BC00D9DF-F858-4149-8B7B-F211D448CEDA}" dt="2025-09-08T06:44:35.757" v="115" actId="478"/>
          <ac:spMkLst>
            <pc:docMk/>
            <pc:sldMk cId="34536451" sldId="282"/>
            <ac:spMk id="3" creationId="{2340A1B9-5916-E518-1B00-6C1D26D729A1}"/>
          </ac:spMkLst>
        </pc:spChg>
        <pc:spChg chg="add mod">
          <ac:chgData name="Dragan Javorac" userId="913c2858-fb97-4c6e-a42c-b1f1a16b225e" providerId="ADAL" clId="{BC00D9DF-F858-4149-8B7B-F211D448CEDA}" dt="2025-09-08T06:45:12.804" v="149" actId="14100"/>
          <ac:spMkLst>
            <pc:docMk/>
            <pc:sldMk cId="34536451" sldId="282"/>
            <ac:spMk id="7" creationId="{DF85D16E-4630-0356-E64C-E11E28F19CC3}"/>
          </ac:spMkLst>
        </pc:spChg>
        <pc:picChg chg="add mod modCrop">
          <ac:chgData name="Dragan Javorac" userId="913c2858-fb97-4c6e-a42c-b1f1a16b225e" providerId="ADAL" clId="{BC00D9DF-F858-4149-8B7B-F211D448CEDA}" dt="2025-09-08T06:45:10.218" v="148" actId="14100"/>
          <ac:picMkLst>
            <pc:docMk/>
            <pc:sldMk cId="34536451" sldId="282"/>
            <ac:picMk id="5" creationId="{DC54A1E9-C8B8-EE27-7494-A0918F69F67B}"/>
          </ac:picMkLst>
        </pc:picChg>
      </pc:sldChg>
      <pc:sldChg chg="addSp delSp modSp add mod">
        <pc:chgData name="Dragan Javorac" userId="913c2858-fb97-4c6e-a42c-b1f1a16b225e" providerId="ADAL" clId="{BC00D9DF-F858-4149-8B7B-F211D448CEDA}" dt="2025-09-08T06:43:09.320" v="114" actId="14100"/>
        <pc:sldMkLst>
          <pc:docMk/>
          <pc:sldMk cId="1268628638" sldId="283"/>
        </pc:sldMkLst>
        <pc:spChg chg="mod">
          <ac:chgData name="Dragan Javorac" userId="913c2858-fb97-4c6e-a42c-b1f1a16b225e" providerId="ADAL" clId="{BC00D9DF-F858-4149-8B7B-F211D448CEDA}" dt="2025-09-08T06:42:13.227" v="109" actId="20577"/>
          <ac:spMkLst>
            <pc:docMk/>
            <pc:sldMk cId="1268628638" sldId="283"/>
            <ac:spMk id="2" creationId="{994CF086-18CB-85C9-5F09-D11AE7444900}"/>
          </ac:spMkLst>
        </pc:spChg>
        <pc:spChg chg="mod">
          <ac:chgData name="Dragan Javorac" userId="913c2858-fb97-4c6e-a42c-b1f1a16b225e" providerId="ADAL" clId="{BC00D9DF-F858-4149-8B7B-F211D448CEDA}" dt="2025-09-08T06:42:17.923" v="111" actId="1076"/>
          <ac:spMkLst>
            <pc:docMk/>
            <pc:sldMk cId="1268628638" sldId="283"/>
            <ac:spMk id="3" creationId="{C78EFA69-AE4A-B33D-102F-87DB7F4DD2D4}"/>
          </ac:spMkLst>
        </pc:spChg>
        <pc:picChg chg="del">
          <ac:chgData name="Dragan Javorac" userId="913c2858-fb97-4c6e-a42c-b1f1a16b225e" providerId="ADAL" clId="{BC00D9DF-F858-4149-8B7B-F211D448CEDA}" dt="2025-09-08T06:42:14.739" v="110" actId="478"/>
          <ac:picMkLst>
            <pc:docMk/>
            <pc:sldMk cId="1268628638" sldId="283"/>
            <ac:picMk id="5" creationId="{22DB2CAB-4C63-B8F7-F11D-20035D251055}"/>
          </ac:picMkLst>
        </pc:picChg>
        <pc:picChg chg="add mod">
          <ac:chgData name="Dragan Javorac" userId="913c2858-fb97-4c6e-a42c-b1f1a16b225e" providerId="ADAL" clId="{BC00D9DF-F858-4149-8B7B-F211D448CEDA}" dt="2025-09-08T06:43:09.320" v="114" actId="14100"/>
          <ac:picMkLst>
            <pc:docMk/>
            <pc:sldMk cId="1268628638" sldId="283"/>
            <ac:picMk id="6" creationId="{20E96494-2244-722F-0BB3-8799EFA5C3B1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62610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40797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0527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9008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78268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09549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8971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02038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5880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1266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58079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1"/>
            </a:gs>
            <a:gs pos="86000">
              <a:schemeClr val="accent6">
                <a:lumMod val="75000"/>
              </a:schemeClr>
            </a:gs>
            <a:gs pos="100000">
              <a:schemeClr val="accent6">
                <a:lumMod val="20000"/>
                <a:lumOff val="80000"/>
              </a:schemeClr>
            </a:gs>
          </a:gsLst>
          <a:lin ang="4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243C45-51C9-413D-93FA-8A8D8BED7348}" type="datetimeFigureOut">
              <a:rPr lang="nl-NL" smtClean="0"/>
              <a:t>8-9-2025</a:t>
            </a:fld>
            <a:endParaRPr lang="nl-N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8DB5C-9DAE-4E68-A8FA-76282628200A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934164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dev.mysql.com/doc/refman/8.0/en/data-types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github.com/progsen/M5ProgWebExerice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7A23-90F0-99CA-4080-9110B02594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6743"/>
            <a:ext cx="9144000" cy="1098323"/>
          </a:xfrm>
        </p:spPr>
        <p:txBody>
          <a:bodyPr/>
          <a:lstStyle/>
          <a:p>
            <a:r>
              <a:rPr lang="nl-NL" dirty="0"/>
              <a:t>DB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4EDD6F-592F-340B-435C-61829CBE0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205066"/>
            <a:ext cx="9144000" cy="587407"/>
          </a:xfrm>
        </p:spPr>
        <p:txBody>
          <a:bodyPr/>
          <a:lstStyle/>
          <a:p>
            <a:r>
              <a:rPr lang="nl-NL" dirty="0"/>
              <a:t>design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99B8BA3-F095-3E24-5523-552CBD5DE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550" y="837413"/>
            <a:ext cx="4748044" cy="5353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378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Vandaag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Planning</a:t>
            </a:r>
          </a:p>
          <a:p>
            <a:r>
              <a:rPr lang="nl-NL" dirty="0"/>
              <a:t>Docker veiliger opzetten</a:t>
            </a:r>
          </a:p>
          <a:p>
            <a:r>
              <a:rPr lang="nl-NL" dirty="0"/>
              <a:t>Data opslaan</a:t>
            </a:r>
          </a:p>
          <a:p>
            <a:r>
              <a:rPr lang="nl-NL" dirty="0"/>
              <a:t>Designer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3007434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AACD-AF18-1AC9-83EC-01E4DB58D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Vak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C54A1E9-C8B8-EE27-7494-A0918F69F6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5321"/>
          <a:stretch>
            <a:fillRect/>
          </a:stretch>
        </p:blipFill>
        <p:spPr>
          <a:xfrm>
            <a:off x="3669436" y="0"/>
            <a:ext cx="8522564" cy="685800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F85D16E-4630-0356-E64C-E11E28F19C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50432" cy="4351338"/>
          </a:xfrm>
        </p:spPr>
        <p:txBody>
          <a:bodyPr/>
          <a:lstStyle/>
          <a:p>
            <a:r>
              <a:rPr lang="nl-NL" dirty="0"/>
              <a:t>Inhoud</a:t>
            </a:r>
          </a:p>
          <a:p>
            <a:pPr lvl="1"/>
            <a:r>
              <a:rPr lang="nl-NL" dirty="0"/>
              <a:t>2 delen</a:t>
            </a:r>
          </a:p>
          <a:p>
            <a:r>
              <a:rPr lang="nl-NL" dirty="0"/>
              <a:t>Halen</a:t>
            </a:r>
          </a:p>
        </p:txBody>
      </p:sp>
    </p:spTree>
    <p:extLst>
      <p:ext uri="{BB962C8B-B14F-4D97-AF65-F5344CB8AC3E}">
        <p14:creationId xmlns:p14="http://schemas.microsoft.com/office/powerpoint/2010/main" val="34536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CB24-B7B4-8CD4-C76D-E172F1E5A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CF086-18CB-85C9-5F09-D11AE7444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Simulize</a:t>
            </a:r>
            <a:endParaRPr lang="nl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8EFA69-AE4A-B33D-102F-87DB7F4DD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779" y="1690688"/>
            <a:ext cx="10515600" cy="834942"/>
          </a:xfrm>
        </p:spPr>
        <p:txBody>
          <a:bodyPr>
            <a:normAutofit lnSpcReduction="10000"/>
          </a:bodyPr>
          <a:lstStyle/>
          <a:p>
            <a:r>
              <a:rPr lang="nl-NL" dirty="0"/>
              <a:t>https://ma.simulise.com/school/assignment/plan/0049b86a-6343-445c-8599-c36b83990d0c/view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E96494-2244-722F-0BB3-8799EFA5C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16250"/>
            <a:ext cx="12300695" cy="2742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62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veiliger?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30267" y="1586343"/>
            <a:ext cx="10515600" cy="4351338"/>
          </a:xfrm>
        </p:spPr>
        <p:txBody>
          <a:bodyPr/>
          <a:lstStyle/>
          <a:p>
            <a:r>
              <a:rPr lang="nl-NL" dirty="0"/>
              <a:t>Tot nu toe:</a:t>
            </a:r>
          </a:p>
          <a:p>
            <a:pPr lvl="1"/>
            <a:r>
              <a:rPr lang="nl-NL" dirty="0"/>
              <a:t>Docker </a:t>
            </a:r>
            <a:r>
              <a:rPr lang="nl-NL" dirty="0" err="1"/>
              <a:t>compose</a:t>
            </a:r>
            <a:r>
              <a:rPr lang="nl-NL" dirty="0"/>
              <a:t> file in git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Met wachtwoorden</a:t>
            </a:r>
          </a:p>
          <a:p>
            <a:pPr lvl="1"/>
            <a:endParaRPr lang="nl-NL" dirty="0"/>
          </a:p>
          <a:p>
            <a:r>
              <a:rPr lang="nl-NL" dirty="0"/>
              <a:t>Naar de .</a:t>
            </a:r>
            <a:r>
              <a:rPr lang="nl-NL" dirty="0" err="1"/>
              <a:t>env</a:t>
            </a:r>
            <a:r>
              <a:rPr lang="nl-NL" dirty="0"/>
              <a:t> file</a:t>
            </a:r>
          </a:p>
          <a:p>
            <a:pPr lvl="1"/>
            <a:r>
              <a:rPr lang="nl-NL" dirty="0"/>
              <a:t>Die in .</a:t>
            </a:r>
            <a:r>
              <a:rPr lang="nl-NL" dirty="0" err="1"/>
              <a:t>gitignore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861E79-95A3-A384-35CF-F9CC2F4FA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4190" y="2330704"/>
            <a:ext cx="4276636" cy="4244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FAD2D10-7429-F234-8304-C46F8EB39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646" y="1586343"/>
            <a:ext cx="2129059" cy="3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7614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Docker veiliger?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Root alleen bij </a:t>
            </a:r>
            <a:r>
              <a:rPr lang="nl-NL" dirty="0" err="1"/>
              <a:t>compose</a:t>
            </a:r>
            <a:endParaRPr lang="nl-NL" dirty="0"/>
          </a:p>
          <a:p>
            <a:endParaRPr lang="nl-NL" dirty="0"/>
          </a:p>
          <a:p>
            <a:r>
              <a:rPr lang="nl-NL" dirty="0"/>
              <a:t>Niet in de </a:t>
            </a:r>
            <a:r>
              <a:rPr lang="nl-NL" dirty="0" err="1"/>
              <a:t>webhost</a:t>
            </a:r>
            <a:r>
              <a:rPr lang="nl-NL" dirty="0"/>
              <a:t> directory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82B1D-92D8-4641-7BF1-5E582543B3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1587" y="2262454"/>
            <a:ext cx="2628900" cy="2162175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5F4C89CD-967E-66ED-67B8-B52AC5B20F4F}"/>
              </a:ext>
            </a:extLst>
          </p:cNvPr>
          <p:cNvSpPr/>
          <p:nvPr/>
        </p:nvSpPr>
        <p:spPr>
          <a:xfrm>
            <a:off x="8703981" y="2017690"/>
            <a:ext cx="1717704" cy="1325563"/>
          </a:xfrm>
          <a:prstGeom prst="wedgeRoundRectCallout">
            <a:avLst>
              <a:gd name="adj1" fmla="val -171082"/>
              <a:gd name="adj2" fmla="val 9635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Html folder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03F66F39-B844-92C9-E8CC-25D3B91A985B}"/>
              </a:ext>
            </a:extLst>
          </p:cNvPr>
          <p:cNvSpPr/>
          <p:nvPr/>
        </p:nvSpPr>
        <p:spPr>
          <a:xfrm>
            <a:off x="9181121" y="3884597"/>
            <a:ext cx="1717704" cy="1325563"/>
          </a:xfrm>
          <a:prstGeom prst="wedgeRoundRectCallout">
            <a:avLst>
              <a:gd name="adj1" fmla="val -188495"/>
              <a:gd name="adj2" fmla="val -50966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.</a:t>
            </a:r>
            <a:r>
              <a:rPr lang="nl-NL" dirty="0" err="1"/>
              <a:t>env</a:t>
            </a:r>
            <a:r>
              <a:rPr lang="nl-NL" dirty="0"/>
              <a:t> voor </a:t>
            </a:r>
            <a:r>
              <a:rPr lang="nl-NL" dirty="0" err="1"/>
              <a:t>compose</a:t>
            </a:r>
            <a:endParaRPr lang="nl-NL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56EE648-38F6-2359-BD53-33DB97B13A5F}"/>
              </a:ext>
            </a:extLst>
          </p:cNvPr>
          <p:cNvSpPr/>
          <p:nvPr/>
        </p:nvSpPr>
        <p:spPr>
          <a:xfrm>
            <a:off x="5990602" y="2897024"/>
            <a:ext cx="1333144" cy="863126"/>
          </a:xfrm>
          <a:prstGeom prst="rect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63728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Layers</a:t>
            </a:r>
            <a:r>
              <a:rPr lang="nl-NL" dirty="0"/>
              <a:t> ^^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17FE0E-5E2D-3C36-749C-AC81A7E1F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931" y="1797056"/>
            <a:ext cx="4257675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52261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Database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1 Database server:</a:t>
            </a:r>
          </a:p>
          <a:p>
            <a:pPr lvl="1"/>
            <a:r>
              <a:rPr lang="nl-NL" dirty="0"/>
              <a:t>Meerdere applicaties</a:t>
            </a:r>
          </a:p>
          <a:p>
            <a:pPr lvl="1"/>
            <a:endParaRPr lang="nl-NL" dirty="0"/>
          </a:p>
          <a:p>
            <a:pPr lvl="1"/>
            <a:r>
              <a:rPr lang="nl-NL" dirty="0"/>
              <a:t>1 user?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F9A092B-41E0-330D-E9C2-778373A19A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3016" y="1569251"/>
            <a:ext cx="2129059" cy="3468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8503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Beter: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/>
          <a:lstStyle/>
          <a:p>
            <a:r>
              <a:rPr lang="nl-NL" dirty="0"/>
              <a:t>1 Database server:</a:t>
            </a:r>
          </a:p>
          <a:p>
            <a:pPr lvl="1"/>
            <a:r>
              <a:rPr lang="nl-NL" dirty="0"/>
              <a:t>Meerdere applicaties</a:t>
            </a:r>
          </a:p>
          <a:p>
            <a:pPr lvl="1"/>
            <a:endParaRPr lang="nl-NL" dirty="0"/>
          </a:p>
          <a:p>
            <a:pPr lvl="2"/>
            <a:r>
              <a:rPr lang="nl-NL" dirty="0"/>
              <a:t>Elke applicatie 1 of meerdere users</a:t>
            </a:r>
          </a:p>
          <a:p>
            <a:pPr lvl="3"/>
            <a:r>
              <a:rPr lang="nl-NL" dirty="0"/>
              <a:t>Afhankelijk van de rechten op de data</a:t>
            </a:r>
          </a:p>
          <a:p>
            <a:pPr lvl="3"/>
            <a:endParaRPr lang="nl-N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1976CB-3190-8D3B-E15B-07981983C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7802312" y="1440678"/>
            <a:ext cx="3187358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79176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Voorbeeld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4177" y="1569251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Bol.com</a:t>
            </a:r>
          </a:p>
          <a:p>
            <a:endParaRPr lang="nl-NL" dirty="0"/>
          </a:p>
          <a:p>
            <a:r>
              <a:rPr lang="nl-NL" dirty="0"/>
              <a:t>Website kan bijvoorbeeld:</a:t>
            </a:r>
          </a:p>
          <a:p>
            <a:pPr lvl="1"/>
            <a:r>
              <a:rPr lang="nl-NL" dirty="0"/>
              <a:t>Een </a:t>
            </a:r>
            <a:r>
              <a:rPr lang="nl-NL" dirty="0" err="1"/>
              <a:t>read</a:t>
            </a:r>
            <a:r>
              <a:rPr lang="nl-NL" dirty="0"/>
              <a:t> </a:t>
            </a:r>
            <a:r>
              <a:rPr lang="nl-NL" dirty="0" err="1"/>
              <a:t>only</a:t>
            </a:r>
            <a:r>
              <a:rPr lang="nl-NL" dirty="0"/>
              <a:t> user hebben om producten te lezen</a:t>
            </a:r>
          </a:p>
          <a:p>
            <a:pPr lvl="1"/>
            <a:r>
              <a:rPr lang="nl-NL" dirty="0"/>
              <a:t>De </a:t>
            </a:r>
            <a:r>
              <a:rPr lang="nl-NL" dirty="0" err="1"/>
              <a:t>webservice</a:t>
            </a:r>
            <a:r>
              <a:rPr lang="nl-NL" dirty="0"/>
              <a:t> waarmee gebruikers inloggen heeft een user</a:t>
            </a:r>
          </a:p>
          <a:p>
            <a:pPr lvl="1"/>
            <a:r>
              <a:rPr lang="nl-NL" dirty="0"/>
              <a:t>De </a:t>
            </a:r>
            <a:r>
              <a:rPr lang="nl-NL" dirty="0" err="1"/>
              <a:t>webservice</a:t>
            </a:r>
            <a:r>
              <a:rPr lang="nl-NL" dirty="0"/>
              <a:t> waarmee de website praat om dingen te bestellen:</a:t>
            </a:r>
          </a:p>
          <a:p>
            <a:pPr lvl="2"/>
            <a:r>
              <a:rPr lang="nl-NL" dirty="0"/>
              <a:t>Een user</a:t>
            </a:r>
          </a:p>
          <a:p>
            <a:pPr lvl="1"/>
            <a:r>
              <a:rPr lang="nl-NL" dirty="0"/>
              <a:t>De administratie site voor verkopers:</a:t>
            </a:r>
          </a:p>
          <a:p>
            <a:pPr lvl="2"/>
            <a:r>
              <a:rPr lang="nl-NL" dirty="0"/>
              <a:t>Read/</a:t>
            </a:r>
            <a:r>
              <a:rPr lang="nl-NL" dirty="0" err="1"/>
              <a:t>write</a:t>
            </a:r>
            <a:r>
              <a:rPr lang="nl-NL" dirty="0"/>
              <a:t> op tabellen</a:t>
            </a:r>
          </a:p>
          <a:p>
            <a:pPr lvl="1"/>
            <a:r>
              <a:rPr lang="nl-NL" dirty="0"/>
              <a:t>De administratie site van bol zelf:</a:t>
            </a:r>
          </a:p>
          <a:p>
            <a:pPr lvl="2"/>
            <a:r>
              <a:rPr lang="nl-NL" dirty="0"/>
              <a:t>Read/</a:t>
            </a:r>
            <a:r>
              <a:rPr lang="nl-NL" dirty="0" err="1"/>
              <a:t>write</a:t>
            </a:r>
            <a:r>
              <a:rPr lang="nl-NL" dirty="0"/>
              <a:t> op meer tabellen</a:t>
            </a:r>
          </a:p>
          <a:p>
            <a:pPr marL="914400" lvl="2" indent="0">
              <a:buNone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761508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EF3761-E788-3EA5-F615-5DF0E692B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opslaan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EF827-52BD-2275-42AA-451C10BF8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349222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opslaan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Programmatuur moet soms veel data bijhouden</a:t>
            </a:r>
          </a:p>
          <a:p>
            <a:endParaRPr lang="nl-NL" dirty="0"/>
          </a:p>
          <a:p>
            <a:r>
              <a:rPr lang="nl-NL" dirty="0"/>
              <a:t>Dat doen we in een database</a:t>
            </a:r>
          </a:p>
          <a:p>
            <a:endParaRPr lang="nl-NL" dirty="0"/>
          </a:p>
          <a:p>
            <a:r>
              <a:rPr lang="nl-NL" dirty="0"/>
              <a:t>Maar hoe we het opslaan is erg belangrijk</a:t>
            </a:r>
          </a:p>
          <a:p>
            <a:pPr lvl="1"/>
            <a:r>
              <a:rPr lang="nl-NL" dirty="0"/>
              <a:t>Performance</a:t>
            </a:r>
          </a:p>
          <a:p>
            <a:pPr lvl="1"/>
            <a:r>
              <a:rPr lang="nl-NL" dirty="0"/>
              <a:t>Makkelijk zoeken</a:t>
            </a:r>
          </a:p>
          <a:p>
            <a:pPr lvl="1"/>
            <a:r>
              <a:rPr lang="nl-NL" dirty="0"/>
              <a:t>Begrijpelijk</a:t>
            </a:r>
          </a:p>
          <a:p>
            <a:pPr lvl="1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279458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Wat komt daar bij kijken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Datamodellen maken</a:t>
            </a:r>
          </a:p>
          <a:p>
            <a:endParaRPr lang="nl-NL" dirty="0"/>
          </a:p>
          <a:p>
            <a:r>
              <a:rPr lang="nl-NL" dirty="0"/>
              <a:t>Welke data slaan we bij welk object op</a:t>
            </a:r>
          </a:p>
        </p:txBody>
      </p:sp>
    </p:spTree>
    <p:extLst>
      <p:ext uri="{BB962C8B-B14F-4D97-AF65-F5344CB8AC3E}">
        <p14:creationId xmlns:p14="http://schemas.microsoft.com/office/powerpoint/2010/main" val="2071724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Designer!</a:t>
            </a:r>
          </a:p>
          <a:p>
            <a:pPr lvl="1"/>
            <a:r>
              <a:rPr lang="nl-NL" dirty="0"/>
              <a:t>Wij gebruiken </a:t>
            </a:r>
            <a:r>
              <a:rPr lang="nl-NL" dirty="0" err="1"/>
              <a:t>mysql</a:t>
            </a:r>
            <a:r>
              <a:rPr lang="nl-NL" dirty="0"/>
              <a:t> </a:t>
            </a:r>
            <a:r>
              <a:rPr lang="nl-NL" dirty="0" err="1"/>
              <a:t>workbench</a:t>
            </a:r>
            <a:endParaRPr lang="nl-NL" dirty="0"/>
          </a:p>
          <a:p>
            <a:pPr marL="0" indent="0">
              <a:buNone/>
            </a:pPr>
            <a:endParaRPr lang="nl-NL" dirty="0"/>
          </a:p>
          <a:p>
            <a:r>
              <a:rPr lang="nl-NL" dirty="0" err="1"/>
              <a:t>Entity</a:t>
            </a:r>
            <a:r>
              <a:rPr lang="nl-NL" dirty="0"/>
              <a:t> </a:t>
            </a:r>
            <a:r>
              <a:rPr lang="nl-NL" dirty="0" err="1"/>
              <a:t>Relation</a:t>
            </a:r>
            <a:r>
              <a:rPr lang="nl-NL" dirty="0"/>
              <a:t> </a:t>
            </a:r>
            <a:r>
              <a:rPr lang="nl-NL" dirty="0" err="1"/>
              <a:t>Diagrams</a:t>
            </a:r>
            <a:endParaRPr lang="nl-NL" dirty="0"/>
          </a:p>
          <a:p>
            <a:pPr lvl="1"/>
            <a:r>
              <a:rPr lang="nl-NL" dirty="0"/>
              <a:t>Wat is een </a:t>
            </a:r>
            <a:r>
              <a:rPr lang="nl-NL" dirty="0" err="1"/>
              <a:t>Entity</a:t>
            </a:r>
            <a:r>
              <a:rPr lang="nl-NL" dirty="0"/>
              <a:t>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192FE1E-D741-BFD8-00D9-29C7C8114846}"/>
              </a:ext>
            </a:extLst>
          </p:cNvPr>
          <p:cNvGrpSpPr/>
          <p:nvPr/>
        </p:nvGrpSpPr>
        <p:grpSpPr>
          <a:xfrm>
            <a:off x="6484690" y="802073"/>
            <a:ext cx="5410899" cy="3727981"/>
            <a:chOff x="6258188" y="525236"/>
            <a:chExt cx="5410899" cy="372798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5990FB0-C09B-489B-A287-BE478231CE4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r="14767"/>
            <a:stretch/>
          </p:blipFill>
          <p:spPr>
            <a:xfrm>
              <a:off x="7251103" y="1496298"/>
              <a:ext cx="4417984" cy="2756919"/>
            </a:xfrm>
            <a:prstGeom prst="rect">
              <a:avLst/>
            </a:prstGeom>
          </p:spPr>
        </p:pic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E8A98936-2B96-E6FC-1909-0BBED74375CF}"/>
                </a:ext>
              </a:extLst>
            </p:cNvPr>
            <p:cNvSpPr/>
            <p:nvPr/>
          </p:nvSpPr>
          <p:spPr>
            <a:xfrm>
              <a:off x="6258188" y="2423383"/>
              <a:ext cx="1367405" cy="79695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/>
                <a:t>diagrams</a:t>
              </a:r>
              <a:endParaRPr lang="nl-NL" dirty="0"/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1B18F97E-9AD1-78B8-A2D1-472394BEB0BE}"/>
                </a:ext>
              </a:extLst>
            </p:cNvPr>
            <p:cNvSpPr/>
            <p:nvPr/>
          </p:nvSpPr>
          <p:spPr>
            <a:xfrm>
              <a:off x="8909108" y="525236"/>
              <a:ext cx="1392573" cy="1089229"/>
            </a:xfrm>
            <a:prstGeom prst="downArrow">
              <a:avLst>
                <a:gd name="adj1" fmla="val 50000"/>
                <a:gd name="adj2" fmla="val 4537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200" dirty="0"/>
                <a:t>Nieuwe maken</a:t>
              </a:r>
            </a:p>
          </p:txBody>
        </p:sp>
      </p:grpSp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795601A2-0D77-B98D-4638-ADEF5D095BE3}"/>
              </a:ext>
            </a:extLst>
          </p:cNvPr>
          <p:cNvSpPr/>
          <p:nvPr/>
        </p:nvSpPr>
        <p:spPr>
          <a:xfrm>
            <a:off x="7706795" y="5321479"/>
            <a:ext cx="4188794" cy="1171396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Workbench kan ook met </a:t>
            </a:r>
            <a:r>
              <a:rPr lang="nl-NL" dirty="0" err="1"/>
              <a:t>docker</a:t>
            </a:r>
            <a:r>
              <a:rPr lang="nl-NL" dirty="0"/>
              <a:t> gebruikt worden</a:t>
            </a:r>
          </a:p>
        </p:txBody>
      </p:sp>
    </p:spTree>
    <p:extLst>
      <p:ext uri="{BB962C8B-B14F-4D97-AF65-F5344CB8AC3E}">
        <p14:creationId xmlns:p14="http://schemas.microsoft.com/office/powerpoint/2010/main" val="15458764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0" cy="4351338"/>
          </a:xfrm>
        </p:spPr>
        <p:txBody>
          <a:bodyPr/>
          <a:lstStyle/>
          <a:p>
            <a:r>
              <a:rPr lang="nl-NL" dirty="0"/>
              <a:t>Yup </a:t>
            </a:r>
            <a:r>
              <a:rPr lang="nl-NL" dirty="0" err="1"/>
              <a:t>yup</a:t>
            </a:r>
            <a:r>
              <a:rPr lang="nl-NL" dirty="0"/>
              <a:t> waar is dat diagram dan?</a:t>
            </a:r>
          </a:p>
          <a:p>
            <a:endParaRPr lang="nl-NL" dirty="0"/>
          </a:p>
          <a:p>
            <a:endParaRPr lang="nl-NL" dirty="0"/>
          </a:p>
          <a:p>
            <a:r>
              <a:rPr lang="nl-NL" dirty="0" err="1"/>
              <a:t>Add</a:t>
            </a:r>
            <a:r>
              <a:rPr lang="nl-NL" dirty="0"/>
              <a:t> diagram</a:t>
            </a:r>
          </a:p>
          <a:p>
            <a:r>
              <a:rPr lang="nl-NL" dirty="0"/>
              <a:t>EER diagram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0127D08-51D9-ED02-01A1-DE60A632B5F5}"/>
              </a:ext>
            </a:extLst>
          </p:cNvPr>
          <p:cNvGrpSpPr/>
          <p:nvPr/>
        </p:nvGrpSpPr>
        <p:grpSpPr>
          <a:xfrm>
            <a:off x="7371519" y="1690688"/>
            <a:ext cx="4143375" cy="4078287"/>
            <a:chOff x="7371519" y="1690688"/>
            <a:chExt cx="4143375" cy="407828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EAABA2F-FA24-E749-3FC8-93F130F252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71519" y="2006600"/>
              <a:ext cx="4143375" cy="3762375"/>
            </a:xfrm>
            <a:prstGeom prst="rect">
              <a:avLst/>
            </a:prstGeom>
          </p:spPr>
        </p:pic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5272191-300A-202D-CEED-4E9DACC04703}"/>
                </a:ext>
              </a:extLst>
            </p:cNvPr>
            <p:cNvSpPr/>
            <p:nvPr/>
          </p:nvSpPr>
          <p:spPr>
            <a:xfrm>
              <a:off x="9118832" y="1690688"/>
              <a:ext cx="1323363" cy="148930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200" dirty="0"/>
                <a:t>Nieuwe maken</a:t>
              </a:r>
            </a:p>
          </p:txBody>
        </p:sp>
        <p:sp>
          <p:nvSpPr>
            <p:cNvPr id="13" name="Arrow: Down 12">
              <a:extLst>
                <a:ext uri="{FF2B5EF4-FFF2-40B4-BE49-F238E27FC236}">
                  <a16:creationId xmlns:a16="http://schemas.microsoft.com/office/drawing/2014/main" id="{D775A341-83BE-76C9-80C7-ED4B1D62161C}"/>
                </a:ext>
              </a:extLst>
            </p:cNvPr>
            <p:cNvSpPr/>
            <p:nvPr/>
          </p:nvSpPr>
          <p:spPr>
            <a:xfrm>
              <a:off x="10346171" y="1825625"/>
              <a:ext cx="1103654" cy="148930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200" dirty="0"/>
                <a:t>open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53445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0" cy="4351338"/>
          </a:xfrm>
        </p:spPr>
        <p:txBody>
          <a:bodyPr/>
          <a:lstStyle/>
          <a:p>
            <a:r>
              <a:rPr lang="nl-NL" dirty="0"/>
              <a:t>Tabellen maken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CEBCCE8-A44C-64BE-BC1F-3FCF480889BF}"/>
              </a:ext>
            </a:extLst>
          </p:cNvPr>
          <p:cNvGrpSpPr/>
          <p:nvPr/>
        </p:nvGrpSpPr>
        <p:grpSpPr>
          <a:xfrm>
            <a:off x="779477" y="2565889"/>
            <a:ext cx="4337459" cy="3926986"/>
            <a:chOff x="6761176" y="1066800"/>
            <a:chExt cx="4337459" cy="3926986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67BEB698-41F4-20D3-C911-7A602CD56E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16879"/>
            <a:stretch/>
          </p:blipFill>
          <p:spPr>
            <a:xfrm>
              <a:off x="6761176" y="1066800"/>
              <a:ext cx="4076700" cy="3926986"/>
            </a:xfrm>
            <a:prstGeom prst="rect">
              <a:avLst/>
            </a:prstGeom>
          </p:spPr>
        </p:pic>
        <p:sp>
          <p:nvSpPr>
            <p:cNvPr id="10" name="Arrow: Down 9">
              <a:extLst>
                <a:ext uri="{FF2B5EF4-FFF2-40B4-BE49-F238E27FC236}">
                  <a16:creationId xmlns:a16="http://schemas.microsoft.com/office/drawing/2014/main" id="{35272191-300A-202D-CEED-4E9DACC04703}"/>
                </a:ext>
              </a:extLst>
            </p:cNvPr>
            <p:cNvSpPr/>
            <p:nvPr/>
          </p:nvSpPr>
          <p:spPr>
            <a:xfrm>
              <a:off x="9369452" y="1457675"/>
              <a:ext cx="1323363" cy="1489301"/>
            </a:xfrm>
            <a:prstGeom prst="down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sz="1200" dirty="0"/>
                <a:t>2x click om te openen</a:t>
              </a:r>
            </a:p>
          </p:txBody>
        </p:sp>
        <p:sp>
          <p:nvSpPr>
            <p:cNvPr id="6" name="Arrow: Right 5">
              <a:extLst>
                <a:ext uri="{FF2B5EF4-FFF2-40B4-BE49-F238E27FC236}">
                  <a16:creationId xmlns:a16="http://schemas.microsoft.com/office/drawing/2014/main" id="{9762002D-E0CF-C0E2-5FB4-0C23253B9439}"/>
                </a:ext>
              </a:extLst>
            </p:cNvPr>
            <p:cNvSpPr/>
            <p:nvPr/>
          </p:nvSpPr>
          <p:spPr>
            <a:xfrm flipH="1">
              <a:off x="9064523" y="4203266"/>
              <a:ext cx="2034112" cy="697875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/>
                <a:t>Tabel maken</a:t>
              </a:r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08874C9F-7A71-9B43-2B08-E49FD36A01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4659" y="2580570"/>
            <a:ext cx="5172075" cy="3581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3936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Handig geen </a:t>
            </a:r>
            <a:r>
              <a:rPr lang="nl-NL" dirty="0" err="1"/>
              <a:t>sql</a:t>
            </a:r>
            <a:r>
              <a:rPr lang="nl-NL" dirty="0"/>
              <a:t> typen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86400" cy="4351338"/>
          </a:xfrm>
        </p:spPr>
        <p:txBody>
          <a:bodyPr/>
          <a:lstStyle/>
          <a:p>
            <a:r>
              <a:rPr lang="nl-NL" dirty="0"/>
              <a:t>Tools maken het leven makkelijk</a:t>
            </a:r>
          </a:p>
          <a:p>
            <a:r>
              <a:rPr lang="nl-NL" dirty="0"/>
              <a:t>Je moet SQL wel snappen</a:t>
            </a:r>
          </a:p>
          <a:p>
            <a:endParaRPr lang="nl-NL" dirty="0"/>
          </a:p>
          <a:p>
            <a:r>
              <a:rPr lang="nl-NL" dirty="0"/>
              <a:t>Met SQL maak je:</a:t>
            </a:r>
          </a:p>
          <a:p>
            <a:pPr lvl="1"/>
            <a:r>
              <a:rPr lang="nl-NL" dirty="0"/>
              <a:t>Je database aan op de OTAP servers</a:t>
            </a:r>
          </a:p>
          <a:p>
            <a:pPr lvl="1"/>
            <a:r>
              <a:rPr lang="nl-NL" dirty="0"/>
              <a:t>Je </a:t>
            </a:r>
            <a:r>
              <a:rPr lang="nl-NL" dirty="0" err="1"/>
              <a:t>queries</a:t>
            </a:r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3FC781-ACE5-A4BD-7A9C-CBDCD10D9E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737" y="1954273"/>
            <a:ext cx="5545799" cy="2961571"/>
          </a:xfrm>
          <a:prstGeom prst="rect">
            <a:avLst/>
          </a:prstGeom>
        </p:spPr>
      </p:pic>
      <p:sp>
        <p:nvSpPr>
          <p:cNvPr id="4" name="Rectangle: Diagonal Corners Snipped 3">
            <a:extLst>
              <a:ext uri="{FF2B5EF4-FFF2-40B4-BE49-F238E27FC236}">
                <a16:creationId xmlns:a16="http://schemas.microsoft.com/office/drawing/2014/main" id="{D87069FF-53F0-5507-5525-16A8BBF05A3D}"/>
              </a:ext>
            </a:extLst>
          </p:cNvPr>
          <p:cNvSpPr/>
          <p:nvPr/>
        </p:nvSpPr>
        <p:spPr>
          <a:xfrm>
            <a:off x="2178763" y="5824058"/>
            <a:ext cx="8509811" cy="705810"/>
          </a:xfrm>
          <a:prstGeom prst="snip2Diag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Sommige dingen zijn makkelijker met SQL dan met de designer!</a:t>
            </a:r>
          </a:p>
        </p:txBody>
      </p:sp>
    </p:spTree>
    <p:extLst>
      <p:ext uri="{BB962C8B-B14F-4D97-AF65-F5344CB8AC3E}">
        <p14:creationId xmlns:p14="http://schemas.microsoft.com/office/powerpoint/2010/main" val="18123963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Welke data type?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65531"/>
          </a:xfrm>
        </p:spPr>
        <p:txBody>
          <a:bodyPr>
            <a:normAutofit fontScale="92500" lnSpcReduction="10000"/>
          </a:bodyPr>
          <a:lstStyle/>
          <a:p>
            <a:r>
              <a:rPr lang="nl-NL" dirty="0"/>
              <a:t>Lees voer:</a:t>
            </a:r>
          </a:p>
          <a:p>
            <a:pPr lvl="1"/>
            <a:r>
              <a:rPr lang="nl-NL" dirty="0">
                <a:hlinkClick r:id="rId2"/>
              </a:rPr>
              <a:t>https://dev.mysql.com/doc/refman/8.0/en/data-types.html</a:t>
            </a:r>
            <a:endParaRPr lang="nl-NL" dirty="0"/>
          </a:p>
          <a:p>
            <a:pPr lvl="1"/>
            <a:endParaRPr lang="nl-NL" dirty="0"/>
          </a:p>
          <a:p>
            <a:pPr lvl="1"/>
            <a:endParaRPr lang="nl-NL" dirty="0"/>
          </a:p>
          <a:p>
            <a:r>
              <a:rPr lang="nl-NL" dirty="0"/>
              <a:t>Keuzes </a:t>
            </a:r>
            <a:r>
              <a:rPr lang="nl-NL"/>
              <a:t>beïnvloeden performance!</a:t>
            </a:r>
            <a:endParaRPr lang="nl-NL" dirty="0"/>
          </a:p>
          <a:p>
            <a:pPr lvl="1"/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97E823-4D97-318E-910D-9FB0404FE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6654" y="3995738"/>
            <a:ext cx="422910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467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E6FC-67E5-D634-251D-1CC780057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97020A-CD37-1541-ADFB-69BC6DDB4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Korte tour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630E11-9B51-995C-5BEC-F57B306C4F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dirty="0"/>
              <a:t>Even een demo</a:t>
            </a:r>
          </a:p>
          <a:p>
            <a:endParaRPr lang="nl-NL" dirty="0"/>
          </a:p>
          <a:p>
            <a:r>
              <a:rPr lang="nl-NL" dirty="0"/>
              <a:t>Voorbeeld</a:t>
            </a:r>
          </a:p>
          <a:p>
            <a:r>
              <a:rPr lang="nl-NL" dirty="0"/>
              <a:t>Roep een </a:t>
            </a:r>
            <a:r>
              <a:rPr lang="nl-NL" dirty="0" err="1"/>
              <a:t>Entity</a:t>
            </a:r>
            <a:r>
              <a:rPr lang="nl-NL" dirty="0"/>
              <a:t> (ding/object) om te modeleren</a:t>
            </a:r>
          </a:p>
          <a:p>
            <a:endParaRPr lang="nl-NL" dirty="0"/>
          </a:p>
          <a:p>
            <a:r>
              <a:rPr lang="nl-NL" dirty="0"/>
              <a:t>Ik doe het voor</a:t>
            </a:r>
          </a:p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16902095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9F84-7683-7A1C-A158-E9E5BD087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Huiswerk &amp; deze 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F8797C-A226-7836-7AC1-7E1ADAA37B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6421016" cy="4733795"/>
          </a:xfrm>
        </p:spPr>
        <p:txBody>
          <a:bodyPr>
            <a:normAutofit/>
          </a:bodyPr>
          <a:lstStyle/>
          <a:p>
            <a:r>
              <a:rPr lang="nl-NL" dirty="0"/>
              <a:t>Maak de opgaven in de mapjes:</a:t>
            </a:r>
          </a:p>
          <a:p>
            <a:pPr lvl="1"/>
            <a:r>
              <a:rPr lang="nl-NL" dirty="0"/>
              <a:t>01 installatie</a:t>
            </a:r>
          </a:p>
          <a:p>
            <a:pPr lvl="1"/>
            <a:r>
              <a:rPr lang="nl-NL" dirty="0"/>
              <a:t>02 </a:t>
            </a:r>
            <a:r>
              <a:rPr lang="nl-NL" dirty="0" err="1"/>
              <a:t>workbench</a:t>
            </a:r>
            <a:endParaRPr lang="nl-NL" dirty="0"/>
          </a:p>
          <a:p>
            <a:pPr lvl="1"/>
            <a:endParaRPr lang="nl-NL" dirty="0"/>
          </a:p>
          <a:p>
            <a:r>
              <a:rPr lang="nl-NL" dirty="0">
                <a:hlinkClick r:id="rId2"/>
              </a:rPr>
              <a:t>https://github.com/progsen/M5ProgWebExerices</a:t>
            </a:r>
            <a:endParaRPr lang="nl-NL" dirty="0"/>
          </a:p>
          <a:p>
            <a:endParaRPr lang="nl-NL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9615E6-C33E-423F-4BB2-BC7E20E15E9B}"/>
              </a:ext>
            </a:extLst>
          </p:cNvPr>
          <p:cNvSpPr txBox="1"/>
          <p:nvPr/>
        </p:nvSpPr>
        <p:spPr>
          <a:xfrm>
            <a:off x="5661349" y="4454415"/>
            <a:ext cx="6097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nl-NL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BDDD4EB-0EB5-AE0D-40F1-0733CB9E8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585" y="1183278"/>
            <a:ext cx="4405782" cy="244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39964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E9DCF2"/>
      </a:hlink>
      <a:folHlink>
        <a:srgbClr val="3EBBF0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269</TotalTime>
  <Words>378</Words>
  <Application>Microsoft Office PowerPoint</Application>
  <PresentationFormat>Widescreen</PresentationFormat>
  <Paragraphs>113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DB</vt:lpstr>
      <vt:lpstr>Vandaag</vt:lpstr>
      <vt:lpstr>Vak </vt:lpstr>
      <vt:lpstr>Simulize</vt:lpstr>
      <vt:lpstr>Docker veiliger?</vt:lpstr>
      <vt:lpstr>Docker veiliger?</vt:lpstr>
      <vt:lpstr>Layers ^^</vt:lpstr>
      <vt:lpstr>Database users</vt:lpstr>
      <vt:lpstr>Beter:</vt:lpstr>
      <vt:lpstr>Voorbeeld</vt:lpstr>
      <vt:lpstr>Data opslaan</vt:lpstr>
      <vt:lpstr>Data opslaan</vt:lpstr>
      <vt:lpstr>Wat komt daar bij kijken</vt:lpstr>
      <vt:lpstr>Tools</vt:lpstr>
      <vt:lpstr>Tools</vt:lpstr>
      <vt:lpstr>Tools</vt:lpstr>
      <vt:lpstr>Handig geen sql typen</vt:lpstr>
      <vt:lpstr>Welke data type?</vt:lpstr>
      <vt:lpstr>Korte tour</vt:lpstr>
      <vt:lpstr>Huiswerk &amp; deze 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Php</dc:title>
  <dc:creator>Dragan Javorac</dc:creator>
  <cp:lastModifiedBy>Dragan Javorac</cp:lastModifiedBy>
  <cp:revision>11</cp:revision>
  <dcterms:created xsi:type="dcterms:W3CDTF">2023-07-04T07:33:33Z</dcterms:created>
  <dcterms:modified xsi:type="dcterms:W3CDTF">2025-09-08T06:45:30Z</dcterms:modified>
</cp:coreProperties>
</file>