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94" r:id="rId6"/>
    <p:sldId id="300" r:id="rId7"/>
    <p:sldId id="302" r:id="rId8"/>
    <p:sldId id="303" r:id="rId9"/>
    <p:sldId id="304" r:id="rId10"/>
    <p:sldId id="301" r:id="rId11"/>
    <p:sldId id="305" r:id="rId12"/>
    <p:sldId id="29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2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E0BFB228-DB6A-47A2-8190-AFA79F5C02F4}"/>
    <pc:docChg chg="undo custSel addSld modSld">
      <pc:chgData name="Dragan Javorac" userId="913c2858-fb97-4c6e-a42c-b1f1a16b225e" providerId="ADAL" clId="{E0BFB228-DB6A-47A2-8190-AFA79F5C02F4}" dt="2023-10-05T07:21:32.252" v="404" actId="14100"/>
      <pc:docMkLst>
        <pc:docMk/>
      </pc:docMkLst>
      <pc:sldChg chg="addSp delSp modSp mod">
        <pc:chgData name="Dragan Javorac" userId="913c2858-fb97-4c6e-a42c-b1f1a16b225e" providerId="ADAL" clId="{E0BFB228-DB6A-47A2-8190-AFA79F5C02F4}" dt="2023-10-05T07:21:32.252" v="404" actId="14100"/>
        <pc:sldMkLst>
          <pc:docMk/>
          <pc:sldMk cId="3209220919" sldId="293"/>
        </pc:sldMkLst>
        <pc:spChg chg="mod">
          <ac:chgData name="Dragan Javorac" userId="913c2858-fb97-4c6e-a42c-b1f1a16b225e" providerId="ADAL" clId="{E0BFB228-DB6A-47A2-8190-AFA79F5C02F4}" dt="2023-10-05T07:21:03.922" v="400" actId="313"/>
          <ac:spMkLst>
            <pc:docMk/>
            <pc:sldMk cId="3209220919" sldId="293"/>
            <ac:spMk id="3" creationId="{73F8797C-A226-7836-7AC1-7E1ADAA37B9C}"/>
          </ac:spMkLst>
        </pc:spChg>
        <pc:picChg chg="add mod">
          <ac:chgData name="Dragan Javorac" userId="913c2858-fb97-4c6e-a42c-b1f1a16b225e" providerId="ADAL" clId="{E0BFB228-DB6A-47A2-8190-AFA79F5C02F4}" dt="2023-10-05T07:21:32.252" v="404" actId="14100"/>
          <ac:picMkLst>
            <pc:docMk/>
            <pc:sldMk cId="3209220919" sldId="293"/>
            <ac:picMk id="5" creationId="{78316AC2-DDA5-8938-9178-C901E710BFFF}"/>
          </ac:picMkLst>
        </pc:picChg>
        <pc:picChg chg="del">
          <ac:chgData name="Dragan Javorac" userId="913c2858-fb97-4c6e-a42c-b1f1a16b225e" providerId="ADAL" clId="{E0BFB228-DB6A-47A2-8190-AFA79F5C02F4}" dt="2023-10-05T07:21:29.639" v="401" actId="478"/>
          <ac:picMkLst>
            <pc:docMk/>
            <pc:sldMk cId="3209220919" sldId="293"/>
            <ac:picMk id="6" creationId="{DFF60CAA-524A-CB00-715B-D78064C39113}"/>
          </ac:picMkLst>
        </pc:picChg>
      </pc:sldChg>
      <pc:sldChg chg="addSp modSp mod">
        <pc:chgData name="Dragan Javorac" userId="913c2858-fb97-4c6e-a42c-b1f1a16b225e" providerId="ADAL" clId="{E0BFB228-DB6A-47A2-8190-AFA79F5C02F4}" dt="2023-10-05T06:37:36.507" v="87" actId="14100"/>
        <pc:sldMkLst>
          <pc:docMk/>
          <pc:sldMk cId="4140789780" sldId="297"/>
        </pc:sldMkLst>
        <pc:spChg chg="mod">
          <ac:chgData name="Dragan Javorac" userId="913c2858-fb97-4c6e-a42c-b1f1a16b225e" providerId="ADAL" clId="{E0BFB228-DB6A-47A2-8190-AFA79F5C02F4}" dt="2023-10-05T06:37:36.507" v="87" actId="14100"/>
          <ac:spMkLst>
            <pc:docMk/>
            <pc:sldMk cId="4140789780" sldId="297"/>
            <ac:spMk id="3" creationId="{73F8797C-A226-7836-7AC1-7E1ADAA37B9C}"/>
          </ac:spMkLst>
        </pc:spChg>
        <pc:spChg chg="add mod">
          <ac:chgData name="Dragan Javorac" userId="913c2858-fb97-4c6e-a42c-b1f1a16b225e" providerId="ADAL" clId="{E0BFB228-DB6A-47A2-8190-AFA79F5C02F4}" dt="2023-10-05T06:37:33.657" v="86" actId="14100"/>
          <ac:spMkLst>
            <pc:docMk/>
            <pc:sldMk cId="4140789780" sldId="297"/>
            <ac:spMk id="4" creationId="{EEBE37D0-F794-DC3A-7121-B2060D128E6A}"/>
          </ac:spMkLst>
        </pc:spChg>
      </pc:sldChg>
      <pc:sldChg chg="modSp mod">
        <pc:chgData name="Dragan Javorac" userId="913c2858-fb97-4c6e-a42c-b1f1a16b225e" providerId="ADAL" clId="{E0BFB228-DB6A-47A2-8190-AFA79F5C02F4}" dt="2023-10-05T06:39:43.036" v="395" actId="14100"/>
        <pc:sldMkLst>
          <pc:docMk/>
          <pc:sldMk cId="891455290" sldId="298"/>
        </pc:sldMkLst>
        <pc:spChg chg="mod">
          <ac:chgData name="Dragan Javorac" userId="913c2858-fb97-4c6e-a42c-b1f1a16b225e" providerId="ADAL" clId="{E0BFB228-DB6A-47A2-8190-AFA79F5C02F4}" dt="2023-10-05T06:39:43.036" v="395" actId="14100"/>
          <ac:spMkLst>
            <pc:docMk/>
            <pc:sldMk cId="891455290" sldId="298"/>
            <ac:spMk id="2" creationId="{59249F84-7683-7A1C-A158-E9E5BD087E59}"/>
          </ac:spMkLst>
        </pc:spChg>
        <pc:spChg chg="mod">
          <ac:chgData name="Dragan Javorac" userId="913c2858-fb97-4c6e-a42c-b1f1a16b225e" providerId="ADAL" clId="{E0BFB228-DB6A-47A2-8190-AFA79F5C02F4}" dt="2023-10-05T06:39:21.726" v="366" actId="27636"/>
          <ac:spMkLst>
            <pc:docMk/>
            <pc:sldMk cId="891455290" sldId="298"/>
            <ac:spMk id="3" creationId="{73F8797C-A226-7836-7AC1-7E1ADAA37B9C}"/>
          </ac:spMkLst>
        </pc:spChg>
      </pc:sldChg>
      <pc:sldChg chg="modSp add mod">
        <pc:chgData name="Dragan Javorac" userId="913c2858-fb97-4c6e-a42c-b1f1a16b225e" providerId="ADAL" clId="{E0BFB228-DB6A-47A2-8190-AFA79F5C02F4}" dt="2023-10-05T06:39:37.189" v="394" actId="20577"/>
        <pc:sldMkLst>
          <pc:docMk/>
          <pc:sldMk cId="1439648077" sldId="299"/>
        </pc:sldMkLst>
        <pc:spChg chg="mod">
          <ac:chgData name="Dragan Javorac" userId="913c2858-fb97-4c6e-a42c-b1f1a16b225e" providerId="ADAL" clId="{E0BFB228-DB6A-47A2-8190-AFA79F5C02F4}" dt="2023-10-05T06:39:37.189" v="394" actId="20577"/>
          <ac:spMkLst>
            <pc:docMk/>
            <pc:sldMk cId="1439648077" sldId="299"/>
            <ac:spMk id="2" creationId="{59249F84-7683-7A1C-A158-E9E5BD087E59}"/>
          </ac:spMkLst>
        </pc:spChg>
        <pc:spChg chg="mod">
          <ac:chgData name="Dragan Javorac" userId="913c2858-fb97-4c6e-a42c-b1f1a16b225e" providerId="ADAL" clId="{E0BFB228-DB6A-47A2-8190-AFA79F5C02F4}" dt="2023-10-05T06:39:30.084" v="380" actId="27636"/>
          <ac:spMkLst>
            <pc:docMk/>
            <pc:sldMk cId="1439648077" sldId="299"/>
            <ac:spMk id="3" creationId="{73F8797C-A226-7836-7AC1-7E1ADAA37B9C}"/>
          </ac:spMkLst>
        </pc:spChg>
      </pc:sldChg>
    </pc:docChg>
  </pc:docChgLst>
  <pc:docChgLst>
    <pc:chgData name="Dragan Javorac" userId="913c2858-fb97-4c6e-a42c-b1f1a16b225e" providerId="ADAL" clId="{C3D385BC-1153-40C2-8233-CD4EC7C1BF76}"/>
    <pc:docChg chg="undo custSel addSld delSld modSld">
      <pc:chgData name="Dragan Javorac" userId="913c2858-fb97-4c6e-a42c-b1f1a16b225e" providerId="ADAL" clId="{C3D385BC-1153-40C2-8233-CD4EC7C1BF76}" dt="2023-09-19T07:46:49.303" v="2823" actId="20577"/>
      <pc:docMkLst>
        <pc:docMk/>
      </pc:docMkLst>
      <pc:sldChg chg="modSp mod">
        <pc:chgData name="Dragan Javorac" userId="913c2858-fb97-4c6e-a42c-b1f1a16b225e" providerId="ADAL" clId="{C3D385BC-1153-40C2-8233-CD4EC7C1BF76}" dt="2023-09-07T08:45:23.884" v="14" actId="20577"/>
        <pc:sldMkLst>
          <pc:docMk/>
          <pc:sldMk cId="3811378203" sldId="256"/>
        </pc:sldMkLst>
        <pc:spChg chg="mod">
          <ac:chgData name="Dragan Javorac" userId="913c2858-fb97-4c6e-a42c-b1f1a16b225e" providerId="ADAL" clId="{C3D385BC-1153-40C2-8233-CD4EC7C1BF76}" dt="2023-09-07T08:45:23.884" v="14" actId="20577"/>
          <ac:spMkLst>
            <pc:docMk/>
            <pc:sldMk cId="3811378203" sldId="256"/>
            <ac:spMk id="3" creationId="{414EDD6F-592F-340B-435C-61829CBE0859}"/>
          </ac:spMkLst>
        </pc:spChg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670845898" sldId="259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279458216" sldId="274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1291384" sldId="276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375162483" sldId="277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613013851" sldId="278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160278698" sldId="279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970924722" sldId="280"/>
        </pc:sldMkLst>
      </pc:sldChg>
      <pc:sldChg chg="addSp delSp modSp mod">
        <pc:chgData name="Dragan Javorac" userId="913c2858-fb97-4c6e-a42c-b1f1a16b225e" providerId="ADAL" clId="{C3D385BC-1153-40C2-8233-CD4EC7C1BF76}" dt="2023-09-07T08:46:57.409" v="102" actId="20577"/>
        <pc:sldMkLst>
          <pc:docMk/>
          <pc:sldMk cId="3451708679" sldId="281"/>
        </pc:sldMkLst>
        <pc:spChg chg="mod">
          <ac:chgData name="Dragan Javorac" userId="913c2858-fb97-4c6e-a42c-b1f1a16b225e" providerId="ADAL" clId="{C3D385BC-1153-40C2-8233-CD4EC7C1BF76}" dt="2023-09-07T08:46:19.139" v="33" actId="20577"/>
          <ac:spMkLst>
            <pc:docMk/>
            <pc:sldMk cId="3451708679" sldId="281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08:46:57.409" v="102" actId="20577"/>
          <ac:spMkLst>
            <pc:docMk/>
            <pc:sldMk cId="3451708679" sldId="281"/>
            <ac:spMk id="3" creationId="{73F8797C-A226-7836-7AC1-7E1ADAA37B9C}"/>
          </ac:spMkLst>
        </pc:spChg>
        <pc:spChg chg="del">
          <ac:chgData name="Dragan Javorac" userId="913c2858-fb97-4c6e-a42c-b1f1a16b225e" providerId="ADAL" clId="{C3D385BC-1153-40C2-8233-CD4EC7C1BF76}" dt="2023-09-07T08:45:33.217" v="16" actId="478"/>
          <ac:spMkLst>
            <pc:docMk/>
            <pc:sldMk cId="3451708679" sldId="281"/>
            <ac:spMk id="6" creationId="{E6D59341-7BA6-C914-7E7A-D4EED6FA4F90}"/>
          </ac:spMkLst>
        </pc:spChg>
        <pc:spChg chg="add">
          <ac:chgData name="Dragan Javorac" userId="913c2858-fb97-4c6e-a42c-b1f1a16b225e" providerId="ADAL" clId="{C3D385BC-1153-40C2-8233-CD4EC7C1BF76}" dt="2023-09-07T08:46:41.587" v="76" actId="11529"/>
          <ac:spMkLst>
            <pc:docMk/>
            <pc:sldMk cId="3451708679" sldId="281"/>
            <ac:spMk id="8" creationId="{2C2CCBA2-3762-71A6-EA77-6CB09BBAA70D}"/>
          </ac:spMkLst>
        </pc:spChg>
        <pc:spChg chg="add mod">
          <ac:chgData name="Dragan Javorac" userId="913c2858-fb97-4c6e-a42c-b1f1a16b225e" providerId="ADAL" clId="{C3D385BC-1153-40C2-8233-CD4EC7C1BF76}" dt="2023-09-07T08:46:49.890" v="78" actId="1076"/>
          <ac:spMkLst>
            <pc:docMk/>
            <pc:sldMk cId="3451708679" sldId="281"/>
            <ac:spMk id="9" creationId="{DE8FA202-46E6-04E5-14D7-ACB9330C1A23}"/>
          </ac:spMkLst>
        </pc:spChg>
        <pc:picChg chg="del">
          <ac:chgData name="Dragan Javorac" userId="913c2858-fb97-4c6e-a42c-b1f1a16b225e" providerId="ADAL" clId="{C3D385BC-1153-40C2-8233-CD4EC7C1BF76}" dt="2023-09-07T08:45:33.684" v="17" actId="478"/>
          <ac:picMkLst>
            <pc:docMk/>
            <pc:sldMk cId="3451708679" sldId="281"/>
            <ac:picMk id="5" creationId="{637BE710-EA6B-9BBD-102C-B0705B3354BE}"/>
          </ac:picMkLst>
        </pc:picChg>
        <pc:picChg chg="add mod">
          <ac:chgData name="Dragan Javorac" userId="913c2858-fb97-4c6e-a42c-b1f1a16b225e" providerId="ADAL" clId="{C3D385BC-1153-40C2-8233-CD4EC7C1BF76}" dt="2023-09-07T08:46:35.253" v="75" actId="1076"/>
          <ac:picMkLst>
            <pc:docMk/>
            <pc:sldMk cId="3451708679" sldId="281"/>
            <ac:picMk id="7" creationId="{A8D48A20-26A4-B84B-A179-216E20590946}"/>
          </ac:picMkLst>
        </pc:picChg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763588422" sldId="282"/>
        </pc:sldMkLst>
      </pc:sldChg>
      <pc:sldChg chg="addSp delSp modSp add mod">
        <pc:chgData name="Dragan Javorac" userId="913c2858-fb97-4c6e-a42c-b1f1a16b225e" providerId="ADAL" clId="{C3D385BC-1153-40C2-8233-CD4EC7C1BF76}" dt="2023-09-07T08:48:38.323" v="142" actId="20577"/>
        <pc:sldMkLst>
          <pc:docMk/>
          <pc:sldMk cId="2520737929" sldId="282"/>
        </pc:sldMkLst>
        <pc:spChg chg="mod">
          <ac:chgData name="Dragan Javorac" userId="913c2858-fb97-4c6e-a42c-b1f1a16b225e" providerId="ADAL" clId="{C3D385BC-1153-40C2-8233-CD4EC7C1BF76}" dt="2023-09-07T08:48:38.323" v="142" actId="20577"/>
          <ac:spMkLst>
            <pc:docMk/>
            <pc:sldMk cId="2520737929" sldId="282"/>
            <ac:spMk id="3" creationId="{73F8797C-A226-7836-7AC1-7E1ADAA37B9C}"/>
          </ac:spMkLst>
        </pc:spChg>
        <pc:spChg chg="del">
          <ac:chgData name="Dragan Javorac" userId="913c2858-fb97-4c6e-a42c-b1f1a16b225e" providerId="ADAL" clId="{C3D385BC-1153-40C2-8233-CD4EC7C1BF76}" dt="2023-09-07T08:48:30.197" v="112" actId="478"/>
          <ac:spMkLst>
            <pc:docMk/>
            <pc:sldMk cId="2520737929" sldId="282"/>
            <ac:spMk id="8" creationId="{2C2CCBA2-3762-71A6-EA77-6CB09BBAA70D}"/>
          </ac:spMkLst>
        </pc:spChg>
        <pc:spChg chg="mod">
          <ac:chgData name="Dragan Javorac" userId="913c2858-fb97-4c6e-a42c-b1f1a16b225e" providerId="ADAL" clId="{C3D385BC-1153-40C2-8233-CD4EC7C1BF76}" dt="2023-09-07T08:48:28.424" v="111" actId="1076"/>
          <ac:spMkLst>
            <pc:docMk/>
            <pc:sldMk cId="2520737929" sldId="282"/>
            <ac:spMk id="9" creationId="{DE8FA202-46E6-04E5-14D7-ACB9330C1A23}"/>
          </ac:spMkLst>
        </pc:spChg>
        <pc:picChg chg="add mod ord">
          <ac:chgData name="Dragan Javorac" userId="913c2858-fb97-4c6e-a42c-b1f1a16b225e" providerId="ADAL" clId="{C3D385BC-1153-40C2-8233-CD4EC7C1BF76}" dt="2023-09-07T08:48:23.303" v="108" actId="1076"/>
          <ac:picMkLst>
            <pc:docMk/>
            <pc:sldMk cId="2520737929" sldId="282"/>
            <ac:picMk id="5" creationId="{A39BDAE2-F835-49C6-6339-CF8639F6FAA0}"/>
          </ac:picMkLst>
        </pc:picChg>
        <pc:picChg chg="del">
          <ac:chgData name="Dragan Javorac" userId="913c2858-fb97-4c6e-a42c-b1f1a16b225e" providerId="ADAL" clId="{C3D385BC-1153-40C2-8233-CD4EC7C1BF76}" dt="2023-09-07T08:48:18.913" v="105" actId="478"/>
          <ac:picMkLst>
            <pc:docMk/>
            <pc:sldMk cId="2520737929" sldId="282"/>
            <ac:picMk id="7" creationId="{A8D48A20-26A4-B84B-A179-216E20590946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8T13:31:24.672" v="2206" actId="313"/>
        <pc:sldMkLst>
          <pc:docMk/>
          <pc:sldMk cId="322632929" sldId="283"/>
        </pc:sldMkLst>
        <pc:spChg chg="mod">
          <ac:chgData name="Dragan Javorac" userId="913c2858-fb97-4c6e-a42c-b1f1a16b225e" providerId="ADAL" clId="{C3D385BC-1153-40C2-8233-CD4EC7C1BF76}" dt="2023-09-07T08:49:33.416" v="187" actId="20577"/>
          <ac:spMkLst>
            <pc:docMk/>
            <pc:sldMk cId="322632929" sldId="283"/>
            <ac:spMk id="3" creationId="{73F8797C-A226-7836-7AC1-7E1ADAA37B9C}"/>
          </ac:spMkLst>
        </pc:spChg>
        <pc:spChg chg="mod">
          <ac:chgData name="Dragan Javorac" userId="913c2858-fb97-4c6e-a42c-b1f1a16b225e" providerId="ADAL" clId="{C3D385BC-1153-40C2-8233-CD4EC7C1BF76}" dt="2023-09-08T13:31:24.672" v="2206" actId="313"/>
          <ac:spMkLst>
            <pc:docMk/>
            <pc:sldMk cId="322632929" sldId="283"/>
            <ac:spMk id="8" creationId="{2C2CCBA2-3762-71A6-EA77-6CB09BBAA70D}"/>
          </ac:spMkLst>
        </pc:spChg>
        <pc:spChg chg="mod">
          <ac:chgData name="Dragan Javorac" userId="913c2858-fb97-4c6e-a42c-b1f1a16b225e" providerId="ADAL" clId="{C3D385BC-1153-40C2-8233-CD4EC7C1BF76}" dt="2023-09-07T08:49:26.723" v="165" actId="1076"/>
          <ac:spMkLst>
            <pc:docMk/>
            <pc:sldMk cId="322632929" sldId="283"/>
            <ac:spMk id="9" creationId="{DE8FA202-46E6-04E5-14D7-ACB9330C1A23}"/>
          </ac:spMkLst>
        </pc:spChg>
        <pc:picChg chg="add mod ord">
          <ac:chgData name="Dragan Javorac" userId="913c2858-fb97-4c6e-a42c-b1f1a16b225e" providerId="ADAL" clId="{C3D385BC-1153-40C2-8233-CD4EC7C1BF76}" dt="2023-09-07T08:49:15.472" v="148" actId="1076"/>
          <ac:picMkLst>
            <pc:docMk/>
            <pc:sldMk cId="322632929" sldId="283"/>
            <ac:picMk id="5" creationId="{A613236B-3693-87CC-6125-2F1D72AEED03}"/>
          </ac:picMkLst>
        </pc:picChg>
        <pc:picChg chg="del">
          <ac:chgData name="Dragan Javorac" userId="913c2858-fb97-4c6e-a42c-b1f1a16b225e" providerId="ADAL" clId="{C3D385BC-1153-40C2-8233-CD4EC7C1BF76}" dt="2023-09-07T08:49:12.052" v="144" actId="478"/>
          <ac:picMkLst>
            <pc:docMk/>
            <pc:sldMk cId="322632929" sldId="283"/>
            <ac:picMk id="7" creationId="{A8D48A20-26A4-B84B-A179-216E20590946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7T08:54:00.419" v="345" actId="20577"/>
        <pc:sldMkLst>
          <pc:docMk/>
          <pc:sldMk cId="533409294" sldId="284"/>
        </pc:sldMkLst>
        <pc:spChg chg="mod">
          <ac:chgData name="Dragan Javorac" userId="913c2858-fb97-4c6e-a42c-b1f1a16b225e" providerId="ADAL" clId="{C3D385BC-1153-40C2-8233-CD4EC7C1BF76}" dt="2023-09-07T08:54:00.419" v="345" actId="20577"/>
          <ac:spMkLst>
            <pc:docMk/>
            <pc:sldMk cId="533409294" sldId="284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08:50:27.723" v="237" actId="20577"/>
          <ac:spMkLst>
            <pc:docMk/>
            <pc:sldMk cId="533409294" sldId="284"/>
            <ac:spMk id="3" creationId="{73F8797C-A226-7836-7AC1-7E1ADAA37B9C}"/>
          </ac:spMkLst>
        </pc:spChg>
        <pc:spChg chg="add mod">
          <ac:chgData name="Dragan Javorac" userId="913c2858-fb97-4c6e-a42c-b1f1a16b225e" providerId="ADAL" clId="{C3D385BC-1153-40C2-8233-CD4EC7C1BF76}" dt="2023-09-07T08:50:19.797" v="212" actId="1076"/>
          <ac:spMkLst>
            <pc:docMk/>
            <pc:sldMk cId="533409294" sldId="284"/>
            <ac:spMk id="7" creationId="{1A832F93-22B8-35BB-B219-7B5B443EE25E}"/>
          </ac:spMkLst>
        </pc:spChg>
        <pc:spChg chg="add mod">
          <ac:chgData name="Dragan Javorac" userId="913c2858-fb97-4c6e-a42c-b1f1a16b225e" providerId="ADAL" clId="{C3D385BC-1153-40C2-8233-CD4EC7C1BF76}" dt="2023-09-07T08:50:18.249" v="211" actId="20577"/>
          <ac:spMkLst>
            <pc:docMk/>
            <pc:sldMk cId="533409294" sldId="284"/>
            <ac:spMk id="8" creationId="{D8170542-7342-B258-058B-2776BF8EFBE2}"/>
          </ac:spMkLst>
        </pc:spChg>
        <pc:spChg chg="del">
          <ac:chgData name="Dragan Javorac" userId="913c2858-fb97-4c6e-a42c-b1f1a16b225e" providerId="ADAL" clId="{C3D385BC-1153-40C2-8233-CD4EC7C1BF76}" dt="2023-09-07T08:49:45.829" v="190" actId="478"/>
          <ac:spMkLst>
            <pc:docMk/>
            <pc:sldMk cId="533409294" sldId="284"/>
            <ac:spMk id="9" creationId="{DE8FA202-46E6-04E5-14D7-ACB9330C1A23}"/>
          </ac:spMkLst>
        </pc:spChg>
        <pc:picChg chg="del">
          <ac:chgData name="Dragan Javorac" userId="913c2858-fb97-4c6e-a42c-b1f1a16b225e" providerId="ADAL" clId="{C3D385BC-1153-40C2-8233-CD4EC7C1BF76}" dt="2023-09-07T08:49:45.364" v="189" actId="478"/>
          <ac:picMkLst>
            <pc:docMk/>
            <pc:sldMk cId="533409294" sldId="284"/>
            <ac:picMk id="5" creationId="{A39BDAE2-F835-49C6-6339-CF8639F6FAA0}"/>
          </ac:picMkLst>
        </pc:picChg>
        <pc:picChg chg="add mod">
          <ac:chgData name="Dragan Javorac" userId="913c2858-fb97-4c6e-a42c-b1f1a16b225e" providerId="ADAL" clId="{C3D385BC-1153-40C2-8233-CD4EC7C1BF76}" dt="2023-09-07T08:49:55.982" v="192" actId="1076"/>
          <ac:picMkLst>
            <pc:docMk/>
            <pc:sldMk cId="533409294" sldId="284"/>
            <ac:picMk id="6" creationId="{8CCF5BEA-7DC5-040C-F305-EECB2C79674D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7T08:54:42.758" v="365" actId="21"/>
        <pc:sldMkLst>
          <pc:docMk/>
          <pc:sldMk cId="2773657184" sldId="285"/>
        </pc:sldMkLst>
        <pc:spChg chg="mod">
          <ac:chgData name="Dragan Javorac" userId="913c2858-fb97-4c6e-a42c-b1f1a16b225e" providerId="ADAL" clId="{C3D385BC-1153-40C2-8233-CD4EC7C1BF76}" dt="2023-09-07T08:53:54.322" v="333" actId="20577"/>
          <ac:spMkLst>
            <pc:docMk/>
            <pc:sldMk cId="2773657184" sldId="285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08:54:42.758" v="365" actId="21"/>
          <ac:spMkLst>
            <pc:docMk/>
            <pc:sldMk cId="2773657184" sldId="285"/>
            <ac:spMk id="3" creationId="{73F8797C-A226-7836-7AC1-7E1ADAA37B9C}"/>
          </ac:spMkLst>
        </pc:spChg>
        <pc:spChg chg="mod">
          <ac:chgData name="Dragan Javorac" userId="913c2858-fb97-4c6e-a42c-b1f1a16b225e" providerId="ADAL" clId="{C3D385BC-1153-40C2-8233-CD4EC7C1BF76}" dt="2023-09-07T08:51:11.697" v="244" actId="14100"/>
          <ac:spMkLst>
            <pc:docMk/>
            <pc:sldMk cId="2773657184" sldId="285"/>
            <ac:spMk id="7" creationId="{1A832F93-22B8-35BB-B219-7B5B443EE25E}"/>
          </ac:spMkLst>
        </pc:spChg>
        <pc:spChg chg="mod">
          <ac:chgData name="Dragan Javorac" userId="913c2858-fb97-4c6e-a42c-b1f1a16b225e" providerId="ADAL" clId="{C3D385BC-1153-40C2-8233-CD4EC7C1BF76}" dt="2023-09-07T08:51:17.284" v="262" actId="20577"/>
          <ac:spMkLst>
            <pc:docMk/>
            <pc:sldMk cId="2773657184" sldId="285"/>
            <ac:spMk id="8" creationId="{D8170542-7342-B258-058B-2776BF8EFBE2}"/>
          </ac:spMkLst>
        </pc:spChg>
        <pc:picChg chg="add mod ord">
          <ac:chgData name="Dragan Javorac" userId="913c2858-fb97-4c6e-a42c-b1f1a16b225e" providerId="ADAL" clId="{C3D385BC-1153-40C2-8233-CD4EC7C1BF76}" dt="2023-09-07T08:51:09.253" v="242" actId="1076"/>
          <ac:picMkLst>
            <pc:docMk/>
            <pc:sldMk cId="2773657184" sldId="285"/>
            <ac:picMk id="5" creationId="{A15E5E8C-7196-E8E0-767A-9864801AD67C}"/>
          </ac:picMkLst>
        </pc:picChg>
        <pc:picChg chg="del">
          <ac:chgData name="Dragan Javorac" userId="913c2858-fb97-4c6e-a42c-b1f1a16b225e" providerId="ADAL" clId="{C3D385BC-1153-40C2-8233-CD4EC7C1BF76}" dt="2023-09-07T08:51:06.452" v="239" actId="478"/>
          <ac:picMkLst>
            <pc:docMk/>
            <pc:sldMk cId="2773657184" sldId="285"/>
            <ac:picMk id="6" creationId="{8CCF5BEA-7DC5-040C-F305-EECB2C79674D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8T13:31:32.154" v="2208"/>
        <pc:sldMkLst>
          <pc:docMk/>
          <pc:sldMk cId="1786902067" sldId="286"/>
        </pc:sldMkLst>
        <pc:spChg chg="mod">
          <ac:chgData name="Dragan Javorac" userId="913c2858-fb97-4c6e-a42c-b1f1a16b225e" providerId="ADAL" clId="{C3D385BC-1153-40C2-8233-CD4EC7C1BF76}" dt="2023-09-08T13:31:30.035" v="2207" actId="313"/>
          <ac:spMkLst>
            <pc:docMk/>
            <pc:sldMk cId="1786902067" sldId="286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8T13:31:32.154" v="2208"/>
          <ac:spMkLst>
            <pc:docMk/>
            <pc:sldMk cId="1786902067" sldId="286"/>
            <ac:spMk id="3" creationId="{73F8797C-A226-7836-7AC1-7E1ADAA37B9C}"/>
          </ac:spMkLst>
        </pc:spChg>
        <pc:spChg chg="mod">
          <ac:chgData name="Dragan Javorac" userId="913c2858-fb97-4c6e-a42c-b1f1a16b225e" providerId="ADAL" clId="{C3D385BC-1153-40C2-8233-CD4EC7C1BF76}" dt="2023-09-07T08:55:41.369" v="398" actId="1076"/>
          <ac:spMkLst>
            <pc:docMk/>
            <pc:sldMk cId="1786902067" sldId="286"/>
            <ac:spMk id="7" creationId="{1A832F93-22B8-35BB-B219-7B5B443EE25E}"/>
          </ac:spMkLst>
        </pc:spChg>
        <pc:spChg chg="mod">
          <ac:chgData name="Dragan Javorac" userId="913c2858-fb97-4c6e-a42c-b1f1a16b225e" providerId="ADAL" clId="{C3D385BC-1153-40C2-8233-CD4EC7C1BF76}" dt="2023-09-07T08:55:44.720" v="401" actId="1076"/>
          <ac:spMkLst>
            <pc:docMk/>
            <pc:sldMk cId="1786902067" sldId="286"/>
            <ac:spMk id="8" creationId="{D8170542-7342-B258-058B-2776BF8EFBE2}"/>
          </ac:spMkLst>
        </pc:spChg>
        <pc:spChg chg="add del mod">
          <ac:chgData name="Dragan Javorac" userId="913c2858-fb97-4c6e-a42c-b1f1a16b225e" providerId="ADAL" clId="{C3D385BC-1153-40C2-8233-CD4EC7C1BF76}" dt="2023-09-07T08:55:46.414" v="403" actId="478"/>
          <ac:spMkLst>
            <pc:docMk/>
            <pc:sldMk cId="1786902067" sldId="286"/>
            <ac:spMk id="9" creationId="{68513C5D-33BB-A598-633C-BB40D9C8DF01}"/>
          </ac:spMkLst>
        </pc:spChg>
        <pc:picChg chg="del">
          <ac:chgData name="Dragan Javorac" userId="913c2858-fb97-4c6e-a42c-b1f1a16b225e" providerId="ADAL" clId="{C3D385BC-1153-40C2-8233-CD4EC7C1BF76}" dt="2023-09-07T08:51:38.703" v="318" actId="478"/>
          <ac:picMkLst>
            <pc:docMk/>
            <pc:sldMk cId="1786902067" sldId="286"/>
            <ac:picMk id="5" creationId="{A15E5E8C-7196-E8E0-767A-9864801AD67C}"/>
          </ac:picMkLst>
        </pc:picChg>
        <pc:picChg chg="add mod ord">
          <ac:chgData name="Dragan Javorac" userId="913c2858-fb97-4c6e-a42c-b1f1a16b225e" providerId="ADAL" clId="{C3D385BC-1153-40C2-8233-CD4EC7C1BF76}" dt="2023-09-07T08:53:48.887" v="322" actId="1076"/>
          <ac:picMkLst>
            <pc:docMk/>
            <pc:sldMk cId="1786902067" sldId="286"/>
            <ac:picMk id="6" creationId="{571BB66B-EE53-8384-3A26-5710B43E09FA}"/>
          </ac:picMkLst>
        </pc:picChg>
      </pc:sldChg>
      <pc:sldChg chg="delSp modSp add mod">
        <pc:chgData name="Dragan Javorac" userId="913c2858-fb97-4c6e-a42c-b1f1a16b225e" providerId="ADAL" clId="{C3D385BC-1153-40C2-8233-CD4EC7C1BF76}" dt="2023-09-08T13:32:16.610" v="2226" actId="1076"/>
        <pc:sldMkLst>
          <pc:docMk/>
          <pc:sldMk cId="1713942279" sldId="287"/>
        </pc:sldMkLst>
        <pc:spChg chg="mod">
          <ac:chgData name="Dragan Javorac" userId="913c2858-fb97-4c6e-a42c-b1f1a16b225e" providerId="ADAL" clId="{C3D385BC-1153-40C2-8233-CD4EC7C1BF76}" dt="2023-09-08T13:32:10.818" v="2224" actId="20577"/>
          <ac:spMkLst>
            <pc:docMk/>
            <pc:sldMk cId="1713942279" sldId="287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14:25:26.659" v="577" actId="14100"/>
          <ac:spMkLst>
            <pc:docMk/>
            <pc:sldMk cId="1713942279" sldId="287"/>
            <ac:spMk id="3" creationId="{73F8797C-A226-7836-7AC1-7E1ADAA37B9C}"/>
          </ac:spMkLst>
        </pc:spChg>
        <pc:spChg chg="del">
          <ac:chgData name="Dragan Javorac" userId="913c2858-fb97-4c6e-a42c-b1f1a16b225e" providerId="ADAL" clId="{C3D385BC-1153-40C2-8233-CD4EC7C1BF76}" dt="2023-09-07T14:24:29.813" v="420" actId="478"/>
          <ac:spMkLst>
            <pc:docMk/>
            <pc:sldMk cId="1713942279" sldId="287"/>
            <ac:spMk id="7" creationId="{1A832F93-22B8-35BB-B219-7B5B443EE25E}"/>
          </ac:spMkLst>
        </pc:spChg>
        <pc:spChg chg="del mod">
          <ac:chgData name="Dragan Javorac" userId="913c2858-fb97-4c6e-a42c-b1f1a16b225e" providerId="ADAL" clId="{C3D385BC-1153-40C2-8233-CD4EC7C1BF76}" dt="2023-09-07T14:24:27.833" v="419" actId="478"/>
          <ac:spMkLst>
            <pc:docMk/>
            <pc:sldMk cId="1713942279" sldId="287"/>
            <ac:spMk id="8" creationId="{D8170542-7342-B258-058B-2776BF8EFBE2}"/>
          </ac:spMkLst>
        </pc:spChg>
        <pc:picChg chg="mod ord modCrop">
          <ac:chgData name="Dragan Javorac" userId="913c2858-fb97-4c6e-a42c-b1f1a16b225e" providerId="ADAL" clId="{C3D385BC-1153-40C2-8233-CD4EC7C1BF76}" dt="2023-09-08T13:32:16.610" v="2226" actId="1076"/>
          <ac:picMkLst>
            <pc:docMk/>
            <pc:sldMk cId="1713942279" sldId="287"/>
            <ac:picMk id="6" creationId="{571BB66B-EE53-8384-3A26-5710B43E09FA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8T13:30:31.857" v="2205" actId="313"/>
        <pc:sldMkLst>
          <pc:docMk/>
          <pc:sldMk cId="2012868093" sldId="288"/>
        </pc:sldMkLst>
        <pc:spChg chg="mod">
          <ac:chgData name="Dragan Javorac" userId="913c2858-fb97-4c6e-a42c-b1f1a16b225e" providerId="ADAL" clId="{C3D385BC-1153-40C2-8233-CD4EC7C1BF76}" dt="2023-09-07T14:25:51.759" v="585" actId="20577"/>
          <ac:spMkLst>
            <pc:docMk/>
            <pc:sldMk cId="2012868093" sldId="288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8T13:30:31.857" v="2205" actId="313"/>
          <ac:spMkLst>
            <pc:docMk/>
            <pc:sldMk cId="2012868093" sldId="288"/>
            <ac:spMk id="3" creationId="{73F8797C-A226-7836-7AC1-7E1ADAA37B9C}"/>
          </ac:spMkLst>
        </pc:spChg>
        <pc:spChg chg="add mod">
          <ac:chgData name="Dragan Javorac" userId="913c2858-fb97-4c6e-a42c-b1f1a16b225e" providerId="ADAL" clId="{C3D385BC-1153-40C2-8233-CD4EC7C1BF76}" dt="2023-09-08T13:30:26.840" v="2202" actId="1076"/>
          <ac:spMkLst>
            <pc:docMk/>
            <pc:sldMk cId="2012868093" sldId="288"/>
            <ac:spMk id="4" creationId="{F75732FE-F630-39B1-0D87-83CADB4CE7E9}"/>
          </ac:spMkLst>
        </pc:spChg>
        <pc:picChg chg="del">
          <ac:chgData name="Dragan Javorac" userId="913c2858-fb97-4c6e-a42c-b1f1a16b225e" providerId="ADAL" clId="{C3D385BC-1153-40C2-8233-CD4EC7C1BF76}" dt="2023-09-07T14:25:48.783" v="580" actId="478"/>
          <ac:picMkLst>
            <pc:docMk/>
            <pc:sldMk cId="2012868093" sldId="288"/>
            <ac:picMk id="6" creationId="{571BB66B-EE53-8384-3A26-5710B43E09FA}"/>
          </ac:picMkLst>
        </pc:picChg>
      </pc:sldChg>
      <pc:sldChg chg="modSp add mod">
        <pc:chgData name="Dragan Javorac" userId="913c2858-fb97-4c6e-a42c-b1f1a16b225e" providerId="ADAL" clId="{C3D385BC-1153-40C2-8233-CD4EC7C1BF76}" dt="2023-09-08T13:29:35.886" v="2136" actId="20577"/>
        <pc:sldMkLst>
          <pc:docMk/>
          <pc:sldMk cId="1032720552" sldId="289"/>
        </pc:sldMkLst>
        <pc:spChg chg="mod">
          <ac:chgData name="Dragan Javorac" userId="913c2858-fb97-4c6e-a42c-b1f1a16b225e" providerId="ADAL" clId="{C3D385BC-1153-40C2-8233-CD4EC7C1BF76}" dt="2023-09-07T14:27:18.706" v="832" actId="20577"/>
          <ac:spMkLst>
            <pc:docMk/>
            <pc:sldMk cId="1032720552" sldId="289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8T13:29:35.886" v="2136" actId="20577"/>
          <ac:spMkLst>
            <pc:docMk/>
            <pc:sldMk cId="1032720552" sldId="289"/>
            <ac:spMk id="3" creationId="{73F8797C-A226-7836-7AC1-7E1ADAA37B9C}"/>
          </ac:spMkLst>
        </pc:spChg>
      </pc:sldChg>
      <pc:sldChg chg="addSp delSp modSp add mod">
        <pc:chgData name="Dragan Javorac" userId="913c2858-fb97-4c6e-a42c-b1f1a16b225e" providerId="ADAL" clId="{C3D385BC-1153-40C2-8233-CD4EC7C1BF76}" dt="2023-09-19T07:46:44.200" v="2822" actId="478"/>
        <pc:sldMkLst>
          <pc:docMk/>
          <pc:sldMk cId="2212858245" sldId="290"/>
        </pc:sldMkLst>
        <pc:spChg chg="mod">
          <ac:chgData name="Dragan Javorac" userId="913c2858-fb97-4c6e-a42c-b1f1a16b225e" providerId="ADAL" clId="{C3D385BC-1153-40C2-8233-CD4EC7C1BF76}" dt="2023-09-07T14:28:08.893" v="994" actId="20577"/>
          <ac:spMkLst>
            <pc:docMk/>
            <pc:sldMk cId="2212858245" sldId="290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19T07:44:42.146" v="2470" actId="20577"/>
          <ac:spMkLst>
            <pc:docMk/>
            <pc:sldMk cId="2212858245" sldId="290"/>
            <ac:spMk id="3" creationId="{73F8797C-A226-7836-7AC1-7E1ADAA37B9C}"/>
          </ac:spMkLst>
        </pc:spChg>
        <pc:spChg chg="add del mod">
          <ac:chgData name="Dragan Javorac" userId="913c2858-fb97-4c6e-a42c-b1f1a16b225e" providerId="ADAL" clId="{C3D385BC-1153-40C2-8233-CD4EC7C1BF76}" dt="2023-09-19T07:46:44.200" v="2822" actId="478"/>
          <ac:spMkLst>
            <pc:docMk/>
            <pc:sldMk cId="2212858245" sldId="290"/>
            <ac:spMk id="4" creationId="{4E46DFFC-B092-50D0-6816-6863615B1E28}"/>
          </ac:spMkLst>
        </pc:spChg>
        <pc:picChg chg="del">
          <ac:chgData name="Dragan Javorac" userId="913c2858-fb97-4c6e-a42c-b1f1a16b225e" providerId="ADAL" clId="{C3D385BC-1153-40C2-8233-CD4EC7C1BF76}" dt="2023-09-07T14:28:12.104" v="995" actId="478"/>
          <ac:picMkLst>
            <pc:docMk/>
            <pc:sldMk cId="2212858245" sldId="290"/>
            <ac:picMk id="6" creationId="{571BB66B-EE53-8384-3A26-5710B43E09FA}"/>
          </ac:picMkLst>
        </pc:picChg>
      </pc:sldChg>
      <pc:sldChg chg="addSp modSp add mod">
        <pc:chgData name="Dragan Javorac" userId="913c2858-fb97-4c6e-a42c-b1f1a16b225e" providerId="ADAL" clId="{C3D385BC-1153-40C2-8233-CD4EC7C1BF76}" dt="2023-09-07T14:51:48.983" v="2118" actId="15"/>
        <pc:sldMkLst>
          <pc:docMk/>
          <pc:sldMk cId="2183247633" sldId="291"/>
        </pc:sldMkLst>
        <pc:spChg chg="mod">
          <ac:chgData name="Dragan Javorac" userId="913c2858-fb97-4c6e-a42c-b1f1a16b225e" providerId="ADAL" clId="{C3D385BC-1153-40C2-8233-CD4EC7C1BF76}" dt="2023-09-07T14:29:17.721" v="1195" actId="20577"/>
          <ac:spMkLst>
            <pc:docMk/>
            <pc:sldMk cId="2183247633" sldId="291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14:51:48.983" v="2118" actId="15"/>
          <ac:spMkLst>
            <pc:docMk/>
            <pc:sldMk cId="2183247633" sldId="291"/>
            <ac:spMk id="3" creationId="{73F8797C-A226-7836-7AC1-7E1ADAA37B9C}"/>
          </ac:spMkLst>
        </pc:spChg>
        <pc:spChg chg="add mod">
          <ac:chgData name="Dragan Javorac" userId="913c2858-fb97-4c6e-a42c-b1f1a16b225e" providerId="ADAL" clId="{C3D385BC-1153-40C2-8233-CD4EC7C1BF76}" dt="2023-09-07T14:50:36.779" v="2029" actId="1076"/>
          <ac:spMkLst>
            <pc:docMk/>
            <pc:sldMk cId="2183247633" sldId="291"/>
            <ac:spMk id="4" creationId="{DAA2CBD3-755E-FCAD-787E-888D980E6D59}"/>
          </ac:spMkLst>
        </pc:spChg>
        <pc:spChg chg="add mod">
          <ac:chgData name="Dragan Javorac" userId="913c2858-fb97-4c6e-a42c-b1f1a16b225e" providerId="ADAL" clId="{C3D385BC-1153-40C2-8233-CD4EC7C1BF76}" dt="2023-09-07T14:51:39.693" v="2114" actId="14100"/>
          <ac:spMkLst>
            <pc:docMk/>
            <pc:sldMk cId="2183247633" sldId="291"/>
            <ac:spMk id="5" creationId="{C79916D1-CC23-E2D4-B865-A7C71229D3D6}"/>
          </ac:spMkLst>
        </pc:spChg>
        <pc:spChg chg="add mod">
          <ac:chgData name="Dragan Javorac" userId="913c2858-fb97-4c6e-a42c-b1f1a16b225e" providerId="ADAL" clId="{C3D385BC-1153-40C2-8233-CD4EC7C1BF76}" dt="2023-09-07T14:51:41.745" v="2115" actId="14100"/>
          <ac:spMkLst>
            <pc:docMk/>
            <pc:sldMk cId="2183247633" sldId="291"/>
            <ac:spMk id="6" creationId="{970709EA-CA59-09C5-FE97-B5C2A5EB9EA7}"/>
          </ac:spMkLst>
        </pc:spChg>
      </pc:sldChg>
      <pc:sldChg chg="addSp delSp modSp add mod">
        <pc:chgData name="Dragan Javorac" userId="913c2858-fb97-4c6e-a42c-b1f1a16b225e" providerId="ADAL" clId="{C3D385BC-1153-40C2-8233-CD4EC7C1BF76}" dt="2023-09-07T14:48:18.399" v="1926" actId="14100"/>
        <pc:sldMkLst>
          <pc:docMk/>
          <pc:sldMk cId="3885579670" sldId="292"/>
        </pc:sldMkLst>
        <pc:spChg chg="mod">
          <ac:chgData name="Dragan Javorac" userId="913c2858-fb97-4c6e-a42c-b1f1a16b225e" providerId="ADAL" clId="{C3D385BC-1153-40C2-8233-CD4EC7C1BF76}" dt="2023-09-07T14:46:42.076" v="1819" actId="20577"/>
          <ac:spMkLst>
            <pc:docMk/>
            <pc:sldMk cId="3885579670" sldId="292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14:48:18.399" v="1926" actId="14100"/>
          <ac:spMkLst>
            <pc:docMk/>
            <pc:sldMk cId="3885579670" sldId="292"/>
            <ac:spMk id="3" creationId="{73F8797C-A226-7836-7AC1-7E1ADAA37B9C}"/>
          </ac:spMkLst>
        </pc:spChg>
        <pc:picChg chg="add del mod">
          <ac:chgData name="Dragan Javorac" userId="913c2858-fb97-4c6e-a42c-b1f1a16b225e" providerId="ADAL" clId="{C3D385BC-1153-40C2-8233-CD4EC7C1BF76}" dt="2023-09-07T14:47:42.224" v="1820" actId="478"/>
          <ac:picMkLst>
            <pc:docMk/>
            <pc:sldMk cId="3885579670" sldId="292"/>
            <ac:picMk id="5" creationId="{7590F02A-2777-3924-F516-B14B8908A026}"/>
          </ac:picMkLst>
        </pc:picChg>
        <pc:picChg chg="add mod">
          <ac:chgData name="Dragan Javorac" userId="913c2858-fb97-4c6e-a42c-b1f1a16b225e" providerId="ADAL" clId="{C3D385BC-1153-40C2-8233-CD4EC7C1BF76}" dt="2023-09-07T14:48:14.454" v="1925" actId="14100"/>
          <ac:picMkLst>
            <pc:docMk/>
            <pc:sldMk cId="3885579670" sldId="292"/>
            <ac:picMk id="7" creationId="{BCC69B11-9932-D219-EAF6-AABA90A0B7FF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19T07:40:26.700" v="2382" actId="14100"/>
        <pc:sldMkLst>
          <pc:docMk/>
          <pc:sldMk cId="3209220919" sldId="293"/>
        </pc:sldMkLst>
        <pc:spChg chg="mod">
          <ac:chgData name="Dragan Javorac" userId="913c2858-fb97-4c6e-a42c-b1f1a16b225e" providerId="ADAL" clId="{C3D385BC-1153-40C2-8233-CD4EC7C1BF76}" dt="2023-09-19T07:12:51.779" v="2292" actId="20577"/>
          <ac:spMkLst>
            <pc:docMk/>
            <pc:sldMk cId="3209220919" sldId="293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19T07:40:26.700" v="2382" actId="14100"/>
          <ac:spMkLst>
            <pc:docMk/>
            <pc:sldMk cId="3209220919" sldId="293"/>
            <ac:spMk id="3" creationId="{73F8797C-A226-7836-7AC1-7E1ADAA37B9C}"/>
          </ac:spMkLst>
        </pc:spChg>
        <pc:picChg chg="add mod">
          <ac:chgData name="Dragan Javorac" userId="913c2858-fb97-4c6e-a42c-b1f1a16b225e" providerId="ADAL" clId="{C3D385BC-1153-40C2-8233-CD4EC7C1BF76}" dt="2023-09-19T07:40:24.610" v="2381" actId="14100"/>
          <ac:picMkLst>
            <pc:docMk/>
            <pc:sldMk cId="3209220919" sldId="293"/>
            <ac:picMk id="5" creationId="{2E56C4DA-FED2-AC13-3D1E-954BE4DF1D89}"/>
          </ac:picMkLst>
        </pc:picChg>
        <pc:picChg chg="del">
          <ac:chgData name="Dragan Javorac" userId="913c2858-fb97-4c6e-a42c-b1f1a16b225e" providerId="ADAL" clId="{C3D385BC-1153-40C2-8233-CD4EC7C1BF76}" dt="2023-09-19T07:12:41.313" v="2269" actId="478"/>
          <ac:picMkLst>
            <pc:docMk/>
            <pc:sldMk cId="3209220919" sldId="293"/>
            <ac:picMk id="7" creationId="{BCC69B11-9932-D219-EAF6-AABA90A0B7FF}"/>
          </ac:picMkLst>
        </pc:picChg>
      </pc:sldChg>
      <pc:sldChg chg="modSp add del mod">
        <pc:chgData name="Dragan Javorac" userId="913c2858-fb97-4c6e-a42c-b1f1a16b225e" providerId="ADAL" clId="{C3D385BC-1153-40C2-8233-CD4EC7C1BF76}" dt="2023-09-19T07:40:59.359" v="2394" actId="47"/>
        <pc:sldMkLst>
          <pc:docMk/>
          <pc:sldMk cId="2087307890" sldId="294"/>
        </pc:sldMkLst>
        <pc:spChg chg="mod">
          <ac:chgData name="Dragan Javorac" userId="913c2858-fb97-4c6e-a42c-b1f1a16b225e" providerId="ADAL" clId="{C3D385BC-1153-40C2-8233-CD4EC7C1BF76}" dt="2023-09-19T07:40:55.995" v="2393" actId="20577"/>
          <ac:spMkLst>
            <pc:docMk/>
            <pc:sldMk cId="2087307890" sldId="294"/>
            <ac:spMk id="2" creationId="{59249F84-7683-7A1C-A158-E9E5BD087E59}"/>
          </ac:spMkLst>
        </pc:spChg>
      </pc:sldChg>
      <pc:sldChg chg="addSp delSp modSp add mod">
        <pc:chgData name="Dragan Javorac" userId="913c2858-fb97-4c6e-a42c-b1f1a16b225e" providerId="ADAL" clId="{C3D385BC-1153-40C2-8233-CD4EC7C1BF76}" dt="2023-09-19T07:46:49.303" v="2823" actId="20577"/>
        <pc:sldMkLst>
          <pc:docMk/>
          <pc:sldMk cId="4043838415" sldId="294"/>
        </pc:sldMkLst>
        <pc:spChg chg="del">
          <ac:chgData name="Dragan Javorac" userId="913c2858-fb97-4c6e-a42c-b1f1a16b225e" providerId="ADAL" clId="{C3D385BC-1153-40C2-8233-CD4EC7C1BF76}" dt="2023-09-19T07:46:39.143" v="2818" actId="478"/>
          <ac:spMkLst>
            <pc:docMk/>
            <pc:sldMk cId="4043838415" sldId="294"/>
            <ac:spMk id="3" creationId="{73F8797C-A226-7836-7AC1-7E1ADAA37B9C}"/>
          </ac:spMkLst>
        </pc:spChg>
        <pc:spChg chg="mod">
          <ac:chgData name="Dragan Javorac" userId="913c2858-fb97-4c6e-a42c-b1f1a16b225e" providerId="ADAL" clId="{C3D385BC-1153-40C2-8233-CD4EC7C1BF76}" dt="2023-09-19T07:46:49.303" v="2823" actId="20577"/>
          <ac:spMkLst>
            <pc:docMk/>
            <pc:sldMk cId="4043838415" sldId="294"/>
            <ac:spMk id="4" creationId="{4E46DFFC-B092-50D0-6816-6863615B1E28}"/>
          </ac:spMkLst>
        </pc:spChg>
        <pc:spChg chg="add del mod">
          <ac:chgData name="Dragan Javorac" userId="913c2858-fb97-4c6e-a42c-b1f1a16b225e" providerId="ADAL" clId="{C3D385BC-1153-40C2-8233-CD4EC7C1BF76}" dt="2023-09-19T07:46:40.653" v="2819" actId="478"/>
          <ac:spMkLst>
            <pc:docMk/>
            <pc:sldMk cId="4043838415" sldId="294"/>
            <ac:spMk id="6" creationId="{F4E3E381-7B5E-2148-DAED-537757486458}"/>
          </ac:spMkLst>
        </pc:spChg>
      </pc:sldChg>
    </pc:docChg>
  </pc:docChgLst>
  <pc:docChgLst>
    <pc:chgData name="Dragan Javorac" userId="913c2858-fb97-4c6e-a42c-b1f1a16b225e" providerId="ADAL" clId="{7147D1A9-4957-414B-9673-EA07728E6C45}"/>
    <pc:docChg chg="custSel delSld modSld">
      <pc:chgData name="Dragan Javorac" userId="913c2858-fb97-4c6e-a42c-b1f1a16b225e" providerId="ADAL" clId="{7147D1A9-4957-414B-9673-EA07728E6C45}" dt="2024-10-14T06:24:38.502" v="5" actId="20577"/>
      <pc:docMkLst>
        <pc:docMk/>
      </pc:docMkLst>
      <pc:sldChg chg="addSp delSp modSp mod">
        <pc:chgData name="Dragan Javorac" userId="913c2858-fb97-4c6e-a42c-b1f1a16b225e" providerId="ADAL" clId="{7147D1A9-4957-414B-9673-EA07728E6C45}" dt="2024-10-14T06:24:38.502" v="5" actId="20577"/>
        <pc:sldMkLst>
          <pc:docMk/>
          <pc:sldMk cId="3209220919" sldId="293"/>
        </pc:sldMkLst>
        <pc:spChg chg="mod">
          <ac:chgData name="Dragan Javorac" userId="913c2858-fb97-4c6e-a42c-b1f1a16b225e" providerId="ADAL" clId="{7147D1A9-4957-414B-9673-EA07728E6C45}" dt="2024-10-14T06:24:38.502" v="5" actId="20577"/>
          <ac:spMkLst>
            <pc:docMk/>
            <pc:sldMk cId="3209220919" sldId="293"/>
            <ac:spMk id="3" creationId="{73F8797C-A226-7836-7AC1-7E1ADAA37B9C}"/>
          </ac:spMkLst>
        </pc:spChg>
        <pc:picChg chg="add mod">
          <ac:chgData name="Dragan Javorac" userId="913c2858-fb97-4c6e-a42c-b1f1a16b225e" providerId="ADAL" clId="{7147D1A9-4957-414B-9673-EA07728E6C45}" dt="2024-10-14T06:24:36.520" v="3" actId="1076"/>
          <ac:picMkLst>
            <pc:docMk/>
            <pc:sldMk cId="3209220919" sldId="293"/>
            <ac:picMk id="5" creationId="{572287C0-DCBE-0BCB-733D-D51DD8BCD9B9}"/>
          </ac:picMkLst>
        </pc:picChg>
        <pc:picChg chg="del">
          <ac:chgData name="Dragan Javorac" userId="913c2858-fb97-4c6e-a42c-b1f1a16b225e" providerId="ADAL" clId="{7147D1A9-4957-414B-9673-EA07728E6C45}" dt="2024-10-14T06:24:34.386" v="1" actId="478"/>
          <ac:picMkLst>
            <pc:docMk/>
            <pc:sldMk cId="3209220919" sldId="293"/>
            <ac:picMk id="6" creationId="{31973E32-B13D-29B6-7D71-00C076F95745}"/>
          </ac:picMkLst>
        </pc:picChg>
      </pc:sldChg>
      <pc:sldChg chg="del">
        <pc:chgData name="Dragan Javorac" userId="913c2858-fb97-4c6e-a42c-b1f1a16b225e" providerId="ADAL" clId="{7147D1A9-4957-414B-9673-EA07728E6C45}" dt="2024-10-14T06:22:44.415" v="0" actId="47"/>
        <pc:sldMkLst>
          <pc:docMk/>
          <pc:sldMk cId="364979388" sldId="306"/>
        </pc:sldMkLst>
      </pc:sldChg>
    </pc:docChg>
  </pc:docChgLst>
  <pc:docChgLst>
    <pc:chgData name="Dragan Javorac" userId="913c2858-fb97-4c6e-a42c-b1f1a16b225e" providerId="ADAL" clId="{7F8D6662-5B01-4EF7-8A19-57188D855E06}"/>
    <pc:docChg chg="undo custSel addSld delSld modSld sldOrd modMainMaster">
      <pc:chgData name="Dragan Javorac" userId="913c2858-fb97-4c6e-a42c-b1f1a16b225e" providerId="ADAL" clId="{7F8D6662-5B01-4EF7-8A19-57188D855E06}" dt="2023-07-04T10:42:58.301" v="1157" actId="1076"/>
      <pc:docMkLst>
        <pc:docMk/>
      </pc:docMkLst>
      <pc:sldChg chg="addSp delSp modSp mod">
        <pc:chgData name="Dragan Javorac" userId="913c2858-fb97-4c6e-a42c-b1f1a16b225e" providerId="ADAL" clId="{7F8D6662-5B01-4EF7-8A19-57188D855E06}" dt="2023-07-04T10:27:45.760" v="760" actId="120"/>
        <pc:sldMkLst>
          <pc:docMk/>
          <pc:sldMk cId="3811378203" sldId="256"/>
        </pc:sldMkLst>
        <pc:spChg chg="mod">
          <ac:chgData name="Dragan Javorac" userId="913c2858-fb97-4c6e-a42c-b1f1a16b225e" providerId="ADAL" clId="{7F8D6662-5B01-4EF7-8A19-57188D855E06}" dt="2023-07-04T10:16:44.645" v="9" actId="20577"/>
          <ac:spMkLst>
            <pc:docMk/>
            <pc:sldMk cId="3811378203" sldId="256"/>
            <ac:spMk id="3" creationId="{414EDD6F-592F-340B-435C-61829CBE0859}"/>
          </ac:spMkLst>
        </pc:spChg>
        <pc:spChg chg="add mod">
          <ac:chgData name="Dragan Javorac" userId="913c2858-fb97-4c6e-a42c-b1f1a16b225e" providerId="ADAL" clId="{7F8D6662-5B01-4EF7-8A19-57188D855E06}" dt="2023-07-04T10:27:45.760" v="760" actId="120"/>
          <ac:spMkLst>
            <pc:docMk/>
            <pc:sldMk cId="3811378203" sldId="256"/>
            <ac:spMk id="6" creationId="{8B03FA24-69F4-59E5-9854-13D48BDAC97A}"/>
          </ac:spMkLst>
        </pc:spChg>
        <pc:picChg chg="add mod">
          <ac:chgData name="Dragan Javorac" userId="913c2858-fb97-4c6e-a42c-b1f1a16b225e" providerId="ADAL" clId="{7F8D6662-5B01-4EF7-8A19-57188D855E06}" dt="2023-07-04T10:19:21.606" v="126" actId="688"/>
          <ac:picMkLst>
            <pc:docMk/>
            <pc:sldMk cId="3811378203" sldId="256"/>
            <ac:picMk id="5" creationId="{BE2A557C-95D6-6186-E1A9-1DEB4FE78EC0}"/>
          </ac:picMkLst>
        </pc:picChg>
        <pc:picChg chg="del">
          <ac:chgData name="Dragan Javorac" userId="913c2858-fb97-4c6e-a42c-b1f1a16b225e" providerId="ADAL" clId="{7F8D6662-5B01-4EF7-8A19-57188D855E06}" dt="2023-07-04T10:17:21.318" v="12" actId="478"/>
          <ac:picMkLst>
            <pc:docMk/>
            <pc:sldMk cId="3811378203" sldId="256"/>
            <ac:picMk id="9" creationId="{96116168-2181-71A6-355A-7965A2F2EA37}"/>
          </ac:picMkLst>
        </pc:picChg>
        <pc:picChg chg="del">
          <ac:chgData name="Dragan Javorac" userId="913c2858-fb97-4c6e-a42c-b1f1a16b225e" providerId="ADAL" clId="{7F8D6662-5B01-4EF7-8A19-57188D855E06}" dt="2023-07-04T10:17:22.305" v="14" actId="478"/>
          <ac:picMkLst>
            <pc:docMk/>
            <pc:sldMk cId="3811378203" sldId="256"/>
            <ac:picMk id="11" creationId="{DBC3793F-34D2-2A48-8136-85C3399EB66D}"/>
          </ac:picMkLst>
        </pc:picChg>
        <pc:picChg chg="del">
          <ac:chgData name="Dragan Javorac" userId="913c2858-fb97-4c6e-a42c-b1f1a16b225e" providerId="ADAL" clId="{7F8D6662-5B01-4EF7-8A19-57188D855E06}" dt="2023-07-04T10:17:21.810" v="13" actId="478"/>
          <ac:picMkLst>
            <pc:docMk/>
            <pc:sldMk cId="3811378203" sldId="256"/>
            <ac:picMk id="13" creationId="{DE3BB3A5-7D5F-4516-6902-4C66ADA56D18}"/>
          </ac:picMkLst>
        </pc:picChg>
        <pc:picChg chg="del">
          <ac:chgData name="Dragan Javorac" userId="913c2858-fb97-4c6e-a42c-b1f1a16b225e" providerId="ADAL" clId="{7F8D6662-5B01-4EF7-8A19-57188D855E06}" dt="2023-07-04T10:17:20.899" v="11" actId="478"/>
          <ac:picMkLst>
            <pc:docMk/>
            <pc:sldMk cId="3811378203" sldId="256"/>
            <ac:picMk id="15" creationId="{779147A7-AD8B-8270-F994-7EC634D96E98}"/>
          </ac:picMkLst>
        </pc:picChg>
      </pc:sldChg>
      <pc:sldChg chg="delSp modSp mod setBg">
        <pc:chgData name="Dragan Javorac" userId="913c2858-fb97-4c6e-a42c-b1f1a16b225e" providerId="ADAL" clId="{7F8D6662-5B01-4EF7-8A19-57188D855E06}" dt="2023-07-04T10:21:27.239" v="377"/>
        <pc:sldMkLst>
          <pc:docMk/>
          <pc:sldMk cId="3300743470" sldId="257"/>
        </pc:sldMkLst>
        <pc:spChg chg="mod">
          <ac:chgData name="Dragan Javorac" userId="913c2858-fb97-4c6e-a42c-b1f1a16b225e" providerId="ADAL" clId="{7F8D6662-5B01-4EF7-8A19-57188D855E06}" dt="2023-07-04T10:19:28.626" v="135" actId="20577"/>
          <ac:spMkLst>
            <pc:docMk/>
            <pc:sldMk cId="3300743470" sldId="257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20:14.844" v="285" actId="20577"/>
          <ac:spMkLst>
            <pc:docMk/>
            <pc:sldMk cId="3300743470" sldId="257"/>
            <ac:spMk id="3" creationId="{73F8797C-A226-7836-7AC1-7E1ADAA37B9C}"/>
          </ac:spMkLst>
        </pc:spChg>
        <pc:picChg chg="del">
          <ac:chgData name="Dragan Javorac" userId="913c2858-fb97-4c6e-a42c-b1f1a16b225e" providerId="ADAL" clId="{7F8D6662-5B01-4EF7-8A19-57188D855E06}" dt="2023-07-04T10:19:30.656" v="137" actId="478"/>
          <ac:picMkLst>
            <pc:docMk/>
            <pc:sldMk cId="3300743470" sldId="257"/>
            <ac:picMk id="5" creationId="{A9F66CE4-375D-5102-0A16-8D4B1EC598AE}"/>
          </ac:picMkLst>
        </pc:picChg>
        <pc:picChg chg="del">
          <ac:chgData name="Dragan Javorac" userId="913c2858-fb97-4c6e-a42c-b1f1a16b225e" providerId="ADAL" clId="{7F8D6662-5B01-4EF7-8A19-57188D855E06}" dt="2023-07-04T10:19:30.289" v="136" actId="478"/>
          <ac:picMkLst>
            <pc:docMk/>
            <pc:sldMk cId="3300743470" sldId="257"/>
            <ac:picMk id="9" creationId="{D52E5762-374D-C607-2134-836E0D5AEC18}"/>
          </ac:picMkLst>
        </pc:picChg>
      </pc:sldChg>
      <pc:sldChg chg="del">
        <pc:chgData name="Dragan Javorac" userId="913c2858-fb97-4c6e-a42c-b1f1a16b225e" providerId="ADAL" clId="{7F8D6662-5B01-4EF7-8A19-57188D855E06}" dt="2023-07-04T10:20:36.350" v="342" actId="47"/>
        <pc:sldMkLst>
          <pc:docMk/>
          <pc:sldMk cId="1976930380" sldId="258"/>
        </pc:sldMkLst>
      </pc:sldChg>
      <pc:sldChg chg="modSp add mod">
        <pc:chgData name="Dragan Javorac" userId="913c2858-fb97-4c6e-a42c-b1f1a16b225e" providerId="ADAL" clId="{7F8D6662-5B01-4EF7-8A19-57188D855E06}" dt="2023-07-04T10:20:33.898" v="341" actId="313"/>
        <pc:sldMkLst>
          <pc:docMk/>
          <pc:sldMk cId="1670845898" sldId="259"/>
        </pc:sldMkLst>
        <pc:spChg chg="mod">
          <ac:chgData name="Dragan Javorac" userId="913c2858-fb97-4c6e-a42c-b1f1a16b225e" providerId="ADAL" clId="{7F8D6662-5B01-4EF7-8A19-57188D855E06}" dt="2023-07-04T10:20:22.872" v="304" actId="20577"/>
          <ac:spMkLst>
            <pc:docMk/>
            <pc:sldMk cId="1670845898" sldId="259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20:33.898" v="341" actId="313"/>
          <ac:spMkLst>
            <pc:docMk/>
            <pc:sldMk cId="1670845898" sldId="259"/>
            <ac:spMk id="3" creationId="{73F8797C-A226-7836-7AC1-7E1ADAA37B9C}"/>
          </ac:spMkLst>
        </pc:spChg>
      </pc:sldChg>
      <pc:sldChg chg="addSp delSp modSp add mod">
        <pc:chgData name="Dragan Javorac" userId="913c2858-fb97-4c6e-a42c-b1f1a16b225e" providerId="ADAL" clId="{7F8D6662-5B01-4EF7-8A19-57188D855E06}" dt="2023-07-04T10:25:47.013" v="666" actId="1076"/>
        <pc:sldMkLst>
          <pc:docMk/>
          <pc:sldMk cId="2046542118" sldId="260"/>
        </pc:sldMkLst>
        <pc:spChg chg="mod">
          <ac:chgData name="Dragan Javorac" userId="913c2858-fb97-4c6e-a42c-b1f1a16b225e" providerId="ADAL" clId="{7F8D6662-5B01-4EF7-8A19-57188D855E06}" dt="2023-07-04T10:21:46.366" v="406" actId="20577"/>
          <ac:spMkLst>
            <pc:docMk/>
            <pc:sldMk cId="2046542118" sldId="260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22:20.638" v="494" actId="20577"/>
          <ac:spMkLst>
            <pc:docMk/>
            <pc:sldMk cId="2046542118" sldId="260"/>
            <ac:spMk id="3" creationId="{73F8797C-A226-7836-7AC1-7E1ADAA37B9C}"/>
          </ac:spMkLst>
        </pc:spChg>
        <pc:picChg chg="add del mod">
          <ac:chgData name="Dragan Javorac" userId="913c2858-fb97-4c6e-a42c-b1f1a16b225e" providerId="ADAL" clId="{7F8D6662-5B01-4EF7-8A19-57188D855E06}" dt="2023-07-04T10:24:27.044" v="558" actId="478"/>
          <ac:picMkLst>
            <pc:docMk/>
            <pc:sldMk cId="2046542118" sldId="260"/>
            <ac:picMk id="5" creationId="{8547AB5A-73A4-9B54-43F9-A7A3F1016ED6}"/>
          </ac:picMkLst>
        </pc:picChg>
        <pc:picChg chg="add del mod">
          <ac:chgData name="Dragan Javorac" userId="913c2858-fb97-4c6e-a42c-b1f1a16b225e" providerId="ADAL" clId="{7F8D6662-5B01-4EF7-8A19-57188D855E06}" dt="2023-07-04T10:25:44.250" v="663" actId="478"/>
          <ac:picMkLst>
            <pc:docMk/>
            <pc:sldMk cId="2046542118" sldId="260"/>
            <ac:picMk id="6" creationId="{010767D2-C9BE-C2C0-0989-2F5BB636D96E}"/>
          </ac:picMkLst>
        </pc:picChg>
        <pc:picChg chg="add mod">
          <ac:chgData name="Dragan Javorac" userId="913c2858-fb97-4c6e-a42c-b1f1a16b225e" providerId="ADAL" clId="{7F8D6662-5B01-4EF7-8A19-57188D855E06}" dt="2023-07-04T10:25:47.013" v="666" actId="1076"/>
          <ac:picMkLst>
            <pc:docMk/>
            <pc:sldMk cId="2046542118" sldId="260"/>
            <ac:picMk id="8" creationId="{16438314-1BF4-7864-4168-A4B113C1504A}"/>
          </ac:picMkLst>
        </pc:picChg>
      </pc:sldChg>
      <pc:sldChg chg="addSp delSp modSp add mod">
        <pc:chgData name="Dragan Javorac" userId="913c2858-fb97-4c6e-a42c-b1f1a16b225e" providerId="ADAL" clId="{7F8D6662-5B01-4EF7-8A19-57188D855E06}" dt="2023-07-04T10:26:49.231" v="705" actId="20577"/>
        <pc:sldMkLst>
          <pc:docMk/>
          <pc:sldMk cId="1225269572" sldId="261"/>
        </pc:sldMkLst>
        <pc:spChg chg="mod">
          <ac:chgData name="Dragan Javorac" userId="913c2858-fb97-4c6e-a42c-b1f1a16b225e" providerId="ADAL" clId="{7F8D6662-5B01-4EF7-8A19-57188D855E06}" dt="2023-07-04T10:23:36.995" v="508" actId="20577"/>
          <ac:spMkLst>
            <pc:docMk/>
            <pc:sldMk cId="1225269572" sldId="261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26:49.231" v="705" actId="20577"/>
          <ac:spMkLst>
            <pc:docMk/>
            <pc:sldMk cId="1225269572" sldId="261"/>
            <ac:spMk id="3" creationId="{73F8797C-A226-7836-7AC1-7E1ADAA37B9C}"/>
          </ac:spMkLst>
        </pc:spChg>
        <pc:picChg chg="del">
          <ac:chgData name="Dragan Javorac" userId="913c2858-fb97-4c6e-a42c-b1f1a16b225e" providerId="ADAL" clId="{7F8D6662-5B01-4EF7-8A19-57188D855E06}" dt="2023-07-04T10:24:17.766" v="550" actId="478"/>
          <ac:picMkLst>
            <pc:docMk/>
            <pc:sldMk cId="1225269572" sldId="261"/>
            <ac:picMk id="5" creationId="{8547AB5A-73A4-9B54-43F9-A7A3F1016ED6}"/>
          </ac:picMkLst>
        </pc:picChg>
        <pc:picChg chg="add del mod">
          <ac:chgData name="Dragan Javorac" userId="913c2858-fb97-4c6e-a42c-b1f1a16b225e" providerId="ADAL" clId="{7F8D6662-5B01-4EF7-8A19-57188D855E06}" dt="2023-07-04T10:25:48.823" v="667" actId="478"/>
          <ac:picMkLst>
            <pc:docMk/>
            <pc:sldMk cId="1225269572" sldId="261"/>
            <ac:picMk id="6" creationId="{1D6E7C61-CA11-E989-EECC-9A672B5773A6}"/>
          </ac:picMkLst>
        </pc:picChg>
        <pc:picChg chg="add mod">
          <ac:chgData name="Dragan Javorac" userId="913c2858-fb97-4c6e-a42c-b1f1a16b225e" providerId="ADAL" clId="{7F8D6662-5B01-4EF7-8A19-57188D855E06}" dt="2023-07-04T10:25:52.297" v="671" actId="14100"/>
          <ac:picMkLst>
            <pc:docMk/>
            <pc:sldMk cId="1225269572" sldId="261"/>
            <ac:picMk id="8" creationId="{0DAD6602-F169-36F0-0AD1-663EEDA78FFE}"/>
          </ac:picMkLst>
        </pc:picChg>
      </pc:sldChg>
      <pc:sldChg chg="addSp delSp modSp add mod ord">
        <pc:chgData name="Dragan Javorac" userId="913c2858-fb97-4c6e-a42c-b1f1a16b225e" providerId="ADAL" clId="{7F8D6662-5B01-4EF7-8A19-57188D855E06}" dt="2023-07-04T10:39:39.196" v="971" actId="1076"/>
        <pc:sldMkLst>
          <pc:docMk/>
          <pc:sldMk cId="1222090376" sldId="262"/>
        </pc:sldMkLst>
        <pc:spChg chg="mod">
          <ac:chgData name="Dragan Javorac" userId="913c2858-fb97-4c6e-a42c-b1f1a16b225e" providerId="ADAL" clId="{7F8D6662-5B01-4EF7-8A19-57188D855E06}" dt="2023-07-04T10:24:43.813" v="589" actId="20577"/>
          <ac:spMkLst>
            <pc:docMk/>
            <pc:sldMk cId="1222090376" sldId="262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37:12.907" v="908" actId="313"/>
          <ac:spMkLst>
            <pc:docMk/>
            <pc:sldMk cId="1222090376" sldId="262"/>
            <ac:spMk id="3" creationId="{73F8797C-A226-7836-7AC1-7E1ADAA37B9C}"/>
          </ac:spMkLst>
        </pc:spChg>
        <pc:spChg chg="add del">
          <ac:chgData name="Dragan Javorac" userId="913c2858-fb97-4c6e-a42c-b1f1a16b225e" providerId="ADAL" clId="{7F8D6662-5B01-4EF7-8A19-57188D855E06}" dt="2023-07-04T10:37:39.346" v="910" actId="478"/>
          <ac:spMkLst>
            <pc:docMk/>
            <pc:sldMk cId="1222090376" sldId="262"/>
            <ac:spMk id="11" creationId="{E5774E31-B9C6-2998-EB38-109B35ECACB7}"/>
          </ac:spMkLst>
        </pc:spChg>
        <pc:spChg chg="add del mod">
          <ac:chgData name="Dragan Javorac" userId="913c2858-fb97-4c6e-a42c-b1f1a16b225e" providerId="ADAL" clId="{7F8D6662-5B01-4EF7-8A19-57188D855E06}" dt="2023-07-04T10:38:18.708" v="934" actId="478"/>
          <ac:spMkLst>
            <pc:docMk/>
            <pc:sldMk cId="1222090376" sldId="262"/>
            <ac:spMk id="14" creationId="{74EB42B5-0D0B-BFB1-C6F7-82FB1733F47E}"/>
          </ac:spMkLst>
        </pc:spChg>
        <pc:picChg chg="add mod">
          <ac:chgData name="Dragan Javorac" userId="913c2858-fb97-4c6e-a42c-b1f1a16b225e" providerId="ADAL" clId="{7F8D6662-5B01-4EF7-8A19-57188D855E06}" dt="2023-07-04T10:33:11.768" v="902" actId="1076"/>
          <ac:picMkLst>
            <pc:docMk/>
            <pc:sldMk cId="1222090376" sldId="262"/>
            <ac:picMk id="5" creationId="{19D72D3E-EE5E-4726-299A-9614D081E969}"/>
          </ac:picMkLst>
        </pc:picChg>
        <pc:picChg chg="del mod">
          <ac:chgData name="Dragan Javorac" userId="913c2858-fb97-4c6e-a42c-b1f1a16b225e" providerId="ADAL" clId="{7F8D6662-5B01-4EF7-8A19-57188D855E06}" dt="2023-07-04T10:29:43.409" v="829" actId="478"/>
          <ac:picMkLst>
            <pc:docMk/>
            <pc:sldMk cId="1222090376" sldId="262"/>
            <ac:picMk id="6" creationId="{1D6E7C61-CA11-E989-EECC-9A672B5773A6}"/>
          </ac:picMkLst>
        </pc:picChg>
        <pc:picChg chg="add del mod">
          <ac:chgData name="Dragan Javorac" userId="913c2858-fb97-4c6e-a42c-b1f1a16b225e" providerId="ADAL" clId="{7F8D6662-5B01-4EF7-8A19-57188D855E06}" dt="2023-07-04T10:38:52.841" v="961" actId="21"/>
          <ac:picMkLst>
            <pc:docMk/>
            <pc:sldMk cId="1222090376" sldId="262"/>
            <ac:picMk id="8" creationId="{DB587B00-A00C-22D1-31B2-520FEE993728}"/>
          </ac:picMkLst>
        </pc:picChg>
        <pc:picChg chg="add mod">
          <ac:chgData name="Dragan Javorac" userId="913c2858-fb97-4c6e-a42c-b1f1a16b225e" providerId="ADAL" clId="{7F8D6662-5B01-4EF7-8A19-57188D855E06}" dt="2023-07-04T10:33:31.128" v="907" actId="1076"/>
          <ac:picMkLst>
            <pc:docMk/>
            <pc:sldMk cId="1222090376" sldId="262"/>
            <ac:picMk id="10" creationId="{DC250CCA-73CD-EA3C-B9C7-5C2373B6DD55}"/>
          </ac:picMkLst>
        </pc:picChg>
        <pc:picChg chg="add mod modCrop">
          <ac:chgData name="Dragan Javorac" userId="913c2858-fb97-4c6e-a42c-b1f1a16b225e" providerId="ADAL" clId="{7F8D6662-5B01-4EF7-8A19-57188D855E06}" dt="2023-07-04T10:39:39.196" v="971" actId="1076"/>
          <ac:picMkLst>
            <pc:docMk/>
            <pc:sldMk cId="1222090376" sldId="262"/>
            <ac:picMk id="16" creationId="{80902F79-86F3-17E3-52E2-0C8F10192A1F}"/>
          </ac:picMkLst>
        </pc:picChg>
        <pc:cxnChg chg="add del">
          <ac:chgData name="Dragan Javorac" userId="913c2858-fb97-4c6e-a42c-b1f1a16b225e" providerId="ADAL" clId="{7F8D6662-5B01-4EF7-8A19-57188D855E06}" dt="2023-07-04T10:37:54.296" v="912" actId="478"/>
          <ac:cxnSpMkLst>
            <pc:docMk/>
            <pc:sldMk cId="1222090376" sldId="262"/>
            <ac:cxnSpMk id="13" creationId="{404946BF-A921-45A5-9723-120D2A4E774E}"/>
          </ac:cxnSpMkLst>
        </pc:cxnChg>
      </pc:sldChg>
      <pc:sldChg chg="addSp delSp modSp add mod">
        <pc:chgData name="Dragan Javorac" userId="913c2858-fb97-4c6e-a42c-b1f1a16b225e" providerId="ADAL" clId="{7F8D6662-5B01-4EF7-8A19-57188D855E06}" dt="2023-07-04T10:39:59.259" v="982" actId="20577"/>
        <pc:sldMkLst>
          <pc:docMk/>
          <pc:sldMk cId="589306920" sldId="263"/>
        </pc:sldMkLst>
        <pc:spChg chg="mod">
          <ac:chgData name="Dragan Javorac" userId="913c2858-fb97-4c6e-a42c-b1f1a16b225e" providerId="ADAL" clId="{7F8D6662-5B01-4EF7-8A19-57188D855E06}" dt="2023-07-04T10:26:55.980" v="714" actId="20577"/>
          <ac:spMkLst>
            <pc:docMk/>
            <pc:sldMk cId="589306920" sldId="263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39:59.259" v="982" actId="20577"/>
          <ac:spMkLst>
            <pc:docMk/>
            <pc:sldMk cId="589306920" sldId="263"/>
            <ac:spMk id="3" creationId="{73F8797C-A226-7836-7AC1-7E1ADAA37B9C}"/>
          </ac:spMkLst>
        </pc:spChg>
        <pc:picChg chg="add mod">
          <ac:chgData name="Dragan Javorac" userId="913c2858-fb97-4c6e-a42c-b1f1a16b225e" providerId="ADAL" clId="{7F8D6662-5B01-4EF7-8A19-57188D855E06}" dt="2023-07-04T10:39:51.439" v="975" actId="1076"/>
          <ac:picMkLst>
            <pc:docMk/>
            <pc:sldMk cId="589306920" sldId="263"/>
            <ac:picMk id="5" creationId="{22FE295B-A0AB-F7C4-CABF-0D57673FBFD0}"/>
          </ac:picMkLst>
        </pc:picChg>
        <pc:picChg chg="add mod">
          <ac:chgData name="Dragan Javorac" userId="913c2858-fb97-4c6e-a42c-b1f1a16b225e" providerId="ADAL" clId="{7F8D6662-5B01-4EF7-8A19-57188D855E06}" dt="2023-07-04T10:28:36.653" v="797" actId="1076"/>
          <ac:picMkLst>
            <pc:docMk/>
            <pc:sldMk cId="589306920" sldId="263"/>
            <ac:picMk id="7" creationId="{C657E066-A9E4-DE04-C2DD-5B3F797BEEC8}"/>
          </ac:picMkLst>
        </pc:picChg>
        <pc:picChg chg="del">
          <ac:chgData name="Dragan Javorac" userId="913c2858-fb97-4c6e-a42c-b1f1a16b225e" providerId="ADAL" clId="{7F8D6662-5B01-4EF7-8A19-57188D855E06}" dt="2023-07-04T10:27:55.575" v="761" actId="478"/>
          <ac:picMkLst>
            <pc:docMk/>
            <pc:sldMk cId="589306920" sldId="263"/>
            <ac:picMk id="8" creationId="{0DAD6602-F169-36F0-0AD1-663EEDA78FFE}"/>
          </ac:picMkLst>
        </pc:picChg>
        <pc:picChg chg="add mod">
          <ac:chgData name="Dragan Javorac" userId="913c2858-fb97-4c6e-a42c-b1f1a16b225e" providerId="ADAL" clId="{7F8D6662-5B01-4EF7-8A19-57188D855E06}" dt="2023-07-04T10:39:48.065" v="973" actId="1076"/>
          <ac:picMkLst>
            <pc:docMk/>
            <pc:sldMk cId="589306920" sldId="263"/>
            <ac:picMk id="10" creationId="{719CACC7-7858-8A6F-AC7A-AEA550961CDC}"/>
          </ac:picMkLst>
        </pc:picChg>
      </pc:sldChg>
      <pc:sldChg chg="addSp delSp modSp add mod">
        <pc:chgData name="Dragan Javorac" userId="913c2858-fb97-4c6e-a42c-b1f1a16b225e" providerId="ADAL" clId="{7F8D6662-5B01-4EF7-8A19-57188D855E06}" dt="2023-07-04T10:40:19.436" v="1020" actId="20577"/>
        <pc:sldMkLst>
          <pc:docMk/>
          <pc:sldMk cId="4014016235" sldId="264"/>
        </pc:sldMkLst>
        <pc:spChg chg="mod">
          <ac:chgData name="Dragan Javorac" userId="913c2858-fb97-4c6e-a42c-b1f1a16b225e" providerId="ADAL" clId="{7F8D6662-5B01-4EF7-8A19-57188D855E06}" dt="2023-07-04T10:29:19.989" v="823" actId="20577"/>
          <ac:spMkLst>
            <pc:docMk/>
            <pc:sldMk cId="4014016235" sldId="264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40:19.436" v="1020" actId="20577"/>
          <ac:spMkLst>
            <pc:docMk/>
            <pc:sldMk cId="4014016235" sldId="264"/>
            <ac:spMk id="3" creationId="{73F8797C-A226-7836-7AC1-7E1ADAA37B9C}"/>
          </ac:spMkLst>
        </pc:spChg>
        <pc:picChg chg="add mod">
          <ac:chgData name="Dragan Javorac" userId="913c2858-fb97-4c6e-a42c-b1f1a16b225e" providerId="ADAL" clId="{7F8D6662-5B01-4EF7-8A19-57188D855E06}" dt="2023-07-04T10:40:05.868" v="984" actId="1076"/>
          <ac:picMkLst>
            <pc:docMk/>
            <pc:sldMk cId="4014016235" sldId="264"/>
            <ac:picMk id="4" creationId="{8B0C7961-8198-1747-1EE8-08CD6FE81BD6}"/>
          </ac:picMkLst>
        </pc:picChg>
        <pc:picChg chg="del">
          <ac:chgData name="Dragan Javorac" userId="913c2858-fb97-4c6e-a42c-b1f1a16b225e" providerId="ADAL" clId="{7F8D6662-5B01-4EF7-8A19-57188D855E06}" dt="2023-07-04T10:38:48.580" v="960" actId="478"/>
          <ac:picMkLst>
            <pc:docMk/>
            <pc:sldMk cId="4014016235" sldId="264"/>
            <ac:picMk id="5" creationId="{22FE295B-A0AB-F7C4-CABF-0D57673FBFD0}"/>
          </ac:picMkLst>
        </pc:picChg>
        <pc:picChg chg="del">
          <ac:chgData name="Dragan Javorac" userId="913c2858-fb97-4c6e-a42c-b1f1a16b225e" providerId="ADAL" clId="{7F8D6662-5B01-4EF7-8A19-57188D855E06}" dt="2023-07-04T10:38:55.429" v="963" actId="478"/>
          <ac:picMkLst>
            <pc:docMk/>
            <pc:sldMk cId="4014016235" sldId="264"/>
            <ac:picMk id="7" creationId="{C657E066-A9E4-DE04-C2DD-5B3F797BEEC8}"/>
          </ac:picMkLst>
        </pc:picChg>
        <pc:picChg chg="add del">
          <ac:chgData name="Dragan Javorac" userId="913c2858-fb97-4c6e-a42c-b1f1a16b225e" providerId="ADAL" clId="{7F8D6662-5B01-4EF7-8A19-57188D855E06}" dt="2023-07-04T10:39:30.086" v="966" actId="22"/>
          <ac:picMkLst>
            <pc:docMk/>
            <pc:sldMk cId="4014016235" sldId="264"/>
            <ac:picMk id="8" creationId="{969E6E5F-0A5E-3E66-FD89-10757BF127BE}"/>
          </ac:picMkLst>
        </pc:picChg>
        <pc:picChg chg="del">
          <ac:chgData name="Dragan Javorac" userId="913c2858-fb97-4c6e-a42c-b1f1a16b225e" providerId="ADAL" clId="{7F8D6662-5B01-4EF7-8A19-57188D855E06}" dt="2023-07-04T10:38:47.785" v="959" actId="478"/>
          <ac:picMkLst>
            <pc:docMk/>
            <pc:sldMk cId="4014016235" sldId="264"/>
            <ac:picMk id="10" creationId="{719CACC7-7858-8A6F-AC7A-AEA550961CDC}"/>
          </ac:picMkLst>
        </pc:picChg>
      </pc:sldChg>
      <pc:sldChg chg="add del">
        <pc:chgData name="Dragan Javorac" userId="913c2858-fb97-4c6e-a42c-b1f1a16b225e" providerId="ADAL" clId="{7F8D6662-5B01-4EF7-8A19-57188D855E06}" dt="2023-07-04T10:29:38.998" v="827" actId="47"/>
        <pc:sldMkLst>
          <pc:docMk/>
          <pc:sldMk cId="2972604342" sldId="265"/>
        </pc:sldMkLst>
      </pc:sldChg>
      <pc:sldChg chg="addSp delSp modSp add mod">
        <pc:chgData name="Dragan Javorac" userId="913c2858-fb97-4c6e-a42c-b1f1a16b225e" providerId="ADAL" clId="{7F8D6662-5B01-4EF7-8A19-57188D855E06}" dt="2023-07-04T10:42:58.301" v="1157" actId="1076"/>
        <pc:sldMkLst>
          <pc:docMk/>
          <pc:sldMk cId="3583996413" sldId="265"/>
        </pc:sldMkLst>
        <pc:spChg chg="mod">
          <ac:chgData name="Dragan Javorac" userId="913c2858-fb97-4c6e-a42c-b1f1a16b225e" providerId="ADAL" clId="{7F8D6662-5B01-4EF7-8A19-57188D855E06}" dt="2023-07-04T10:40:48.751" v="1040" actId="20577"/>
          <ac:spMkLst>
            <pc:docMk/>
            <pc:sldMk cId="3583996413" sldId="265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42:43.557" v="1154" actId="14100"/>
          <ac:spMkLst>
            <pc:docMk/>
            <pc:sldMk cId="3583996413" sldId="265"/>
            <ac:spMk id="3" creationId="{73F8797C-A226-7836-7AC1-7E1ADAA37B9C}"/>
          </ac:spMkLst>
        </pc:spChg>
        <pc:spChg chg="add del mod">
          <ac:chgData name="Dragan Javorac" userId="913c2858-fb97-4c6e-a42c-b1f1a16b225e" providerId="ADAL" clId="{7F8D6662-5B01-4EF7-8A19-57188D855E06}" dt="2023-07-04T10:42:33.897" v="1146"/>
          <ac:spMkLst>
            <pc:docMk/>
            <pc:sldMk cId="3583996413" sldId="265"/>
            <ac:spMk id="8" creationId="{649F27EA-5703-67A1-661A-BC2870E2DE2C}"/>
          </ac:spMkLst>
        </pc:spChg>
        <pc:spChg chg="add mod">
          <ac:chgData name="Dragan Javorac" userId="913c2858-fb97-4c6e-a42c-b1f1a16b225e" providerId="ADAL" clId="{7F8D6662-5B01-4EF7-8A19-57188D855E06}" dt="2023-07-04T10:42:35.785" v="1147" actId="21"/>
          <ac:spMkLst>
            <pc:docMk/>
            <pc:sldMk cId="3583996413" sldId="265"/>
            <ac:spMk id="10" creationId="{A29615E6-C33E-423F-4BB2-BC7E20E15E9B}"/>
          </ac:spMkLst>
        </pc:spChg>
        <pc:picChg chg="del">
          <ac:chgData name="Dragan Javorac" userId="913c2858-fb97-4c6e-a42c-b1f1a16b225e" providerId="ADAL" clId="{7F8D6662-5B01-4EF7-8A19-57188D855E06}" dt="2023-07-04T10:40:52.454" v="1043" actId="478"/>
          <ac:picMkLst>
            <pc:docMk/>
            <pc:sldMk cId="3583996413" sldId="265"/>
            <ac:picMk id="4" creationId="{8B0C7961-8198-1747-1EE8-08CD6FE81BD6}"/>
          </ac:picMkLst>
        </pc:picChg>
        <pc:picChg chg="add mod">
          <ac:chgData name="Dragan Javorac" userId="913c2858-fb97-4c6e-a42c-b1f1a16b225e" providerId="ADAL" clId="{7F8D6662-5B01-4EF7-8A19-57188D855E06}" dt="2023-07-04T10:42:45.762" v="1155" actId="1076"/>
          <ac:picMkLst>
            <pc:docMk/>
            <pc:sldMk cId="3583996413" sldId="265"/>
            <ac:picMk id="6" creationId="{B22B9BE8-03D5-3A02-21B9-9CA327811B05}"/>
          </ac:picMkLst>
        </pc:picChg>
        <pc:picChg chg="add mod">
          <ac:chgData name="Dragan Javorac" userId="913c2858-fb97-4c6e-a42c-b1f1a16b225e" providerId="ADAL" clId="{7F8D6662-5B01-4EF7-8A19-57188D855E06}" dt="2023-07-04T10:42:58.301" v="1157" actId="1076"/>
          <ac:picMkLst>
            <pc:docMk/>
            <pc:sldMk cId="3583996413" sldId="265"/>
            <ac:picMk id="12" creationId="{C09EA008-F7B2-4C19-7089-A962403D86CC}"/>
          </ac:picMkLst>
        </pc:picChg>
      </pc:sldChg>
      <pc:sldMasterChg chg="setBg modSldLayout">
        <pc:chgData name="Dragan Javorac" userId="913c2858-fb97-4c6e-a42c-b1f1a16b225e" providerId="ADAL" clId="{7F8D6662-5B01-4EF7-8A19-57188D855E06}" dt="2023-07-04T10:21:27.239" v="377"/>
        <pc:sldMasterMkLst>
          <pc:docMk/>
          <pc:sldMasterMk cId="3693416429" sldId="2147483660"/>
        </pc:sldMasterMkLst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162610225" sldId="2147483661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40797094" sldId="2147483662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605278620" sldId="2147483663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9008843" sldId="2147483664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78268795" sldId="2147483665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209549964" sldId="2147483666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98971065" sldId="2147483667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80203837" sldId="2147483668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35880648" sldId="2147483669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1266034" sldId="2147483670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158079414" sldId="2147483671"/>
          </pc:sldLayoutMkLst>
        </pc:sldLayoutChg>
      </pc:sldMasterChg>
    </pc:docChg>
  </pc:docChgLst>
  <pc:docChgLst>
    <pc:chgData name="Dragan Javorac" userId="913c2858-fb97-4c6e-a42c-b1f1a16b225e" providerId="ADAL" clId="{F1477162-E3B9-4B3F-B801-B097DA74C41A}"/>
    <pc:docChg chg="custSel addSld modSld">
      <pc:chgData name="Dragan Javorac" userId="913c2858-fb97-4c6e-a42c-b1f1a16b225e" providerId="ADAL" clId="{F1477162-E3B9-4B3F-B801-B097DA74C41A}" dt="2023-07-04T08:20:14.080" v="309" actId="5793"/>
      <pc:docMkLst>
        <pc:docMk/>
      </pc:docMkLst>
      <pc:sldChg chg="addSp delSp modSp mod">
        <pc:chgData name="Dragan Javorac" userId="913c2858-fb97-4c6e-a42c-b1f1a16b225e" providerId="ADAL" clId="{F1477162-E3B9-4B3F-B801-B097DA74C41A}" dt="2023-07-04T07:38:40.296" v="43" actId="1076"/>
        <pc:sldMkLst>
          <pc:docMk/>
          <pc:sldMk cId="3811378203" sldId="256"/>
        </pc:sldMkLst>
        <pc:spChg chg="mod">
          <ac:chgData name="Dragan Javorac" userId="913c2858-fb97-4c6e-a42c-b1f1a16b225e" providerId="ADAL" clId="{F1477162-E3B9-4B3F-B801-B097DA74C41A}" dt="2023-07-04T07:36:09.113" v="23" actId="12789"/>
          <ac:spMkLst>
            <pc:docMk/>
            <pc:sldMk cId="3811378203" sldId="256"/>
            <ac:spMk id="2" creationId="{078B7A23-90F0-99CA-4080-9110B0259409}"/>
          </ac:spMkLst>
        </pc:spChg>
        <pc:spChg chg="mod">
          <ac:chgData name="Dragan Javorac" userId="913c2858-fb97-4c6e-a42c-b1f1a16b225e" providerId="ADAL" clId="{F1477162-E3B9-4B3F-B801-B097DA74C41A}" dt="2023-07-04T07:36:15.334" v="24" actId="1076"/>
          <ac:spMkLst>
            <pc:docMk/>
            <pc:sldMk cId="3811378203" sldId="256"/>
            <ac:spMk id="3" creationId="{414EDD6F-592F-340B-435C-61829CBE0859}"/>
          </ac:spMkLst>
        </pc:spChg>
        <pc:picChg chg="add del mod ord modCrop">
          <ac:chgData name="Dragan Javorac" userId="913c2858-fb97-4c6e-a42c-b1f1a16b225e" providerId="ADAL" clId="{F1477162-E3B9-4B3F-B801-B097DA74C41A}" dt="2023-07-04T07:36:55.736" v="29" actId="478"/>
          <ac:picMkLst>
            <pc:docMk/>
            <pc:sldMk cId="3811378203" sldId="256"/>
            <ac:picMk id="7" creationId="{1FBE493F-EEAA-4752-0DFD-B10D519F71EB}"/>
          </ac:picMkLst>
        </pc:picChg>
        <pc:picChg chg="add mod">
          <ac:chgData name="Dragan Javorac" userId="913c2858-fb97-4c6e-a42c-b1f1a16b225e" providerId="ADAL" clId="{F1477162-E3B9-4B3F-B801-B097DA74C41A}" dt="2023-07-04T07:38:13.736" v="32" actId="1076"/>
          <ac:picMkLst>
            <pc:docMk/>
            <pc:sldMk cId="3811378203" sldId="256"/>
            <ac:picMk id="9" creationId="{96116168-2181-71A6-355A-7965A2F2EA37}"/>
          </ac:picMkLst>
        </pc:picChg>
        <pc:picChg chg="add mod">
          <ac:chgData name="Dragan Javorac" userId="913c2858-fb97-4c6e-a42c-b1f1a16b225e" providerId="ADAL" clId="{F1477162-E3B9-4B3F-B801-B097DA74C41A}" dt="2023-07-04T07:38:22.953" v="36" actId="14100"/>
          <ac:picMkLst>
            <pc:docMk/>
            <pc:sldMk cId="3811378203" sldId="256"/>
            <ac:picMk id="11" creationId="{DBC3793F-34D2-2A48-8136-85C3399EB66D}"/>
          </ac:picMkLst>
        </pc:picChg>
        <pc:picChg chg="add mod">
          <ac:chgData name="Dragan Javorac" userId="913c2858-fb97-4c6e-a42c-b1f1a16b225e" providerId="ADAL" clId="{F1477162-E3B9-4B3F-B801-B097DA74C41A}" dt="2023-07-04T07:38:32.836" v="40" actId="1076"/>
          <ac:picMkLst>
            <pc:docMk/>
            <pc:sldMk cId="3811378203" sldId="256"/>
            <ac:picMk id="13" creationId="{DE3BB3A5-7D5F-4516-6902-4C66ADA56D18}"/>
          </ac:picMkLst>
        </pc:picChg>
        <pc:picChg chg="add mod">
          <ac:chgData name="Dragan Javorac" userId="913c2858-fb97-4c6e-a42c-b1f1a16b225e" providerId="ADAL" clId="{F1477162-E3B9-4B3F-B801-B097DA74C41A}" dt="2023-07-04T07:38:40.296" v="43" actId="1076"/>
          <ac:picMkLst>
            <pc:docMk/>
            <pc:sldMk cId="3811378203" sldId="256"/>
            <ac:picMk id="15" creationId="{779147A7-AD8B-8270-F994-7EC634D96E98}"/>
          </ac:picMkLst>
        </pc:picChg>
      </pc:sldChg>
      <pc:sldChg chg="addSp delSp modSp new mod">
        <pc:chgData name="Dragan Javorac" userId="913c2858-fb97-4c6e-a42c-b1f1a16b225e" providerId="ADAL" clId="{F1477162-E3B9-4B3F-B801-B097DA74C41A}" dt="2023-07-04T08:19:44.170" v="213" actId="1076"/>
        <pc:sldMkLst>
          <pc:docMk/>
          <pc:sldMk cId="3300743470" sldId="257"/>
        </pc:sldMkLst>
        <pc:spChg chg="mod">
          <ac:chgData name="Dragan Javorac" userId="913c2858-fb97-4c6e-a42c-b1f1a16b225e" providerId="ADAL" clId="{F1477162-E3B9-4B3F-B801-B097DA74C41A}" dt="2023-07-04T07:38:48.730" v="65" actId="20577"/>
          <ac:spMkLst>
            <pc:docMk/>
            <pc:sldMk cId="3300743470" sldId="257"/>
            <ac:spMk id="2" creationId="{59249F84-7683-7A1C-A158-E9E5BD087E59}"/>
          </ac:spMkLst>
        </pc:spChg>
        <pc:spChg chg="mod">
          <ac:chgData name="Dragan Javorac" userId="913c2858-fb97-4c6e-a42c-b1f1a16b225e" providerId="ADAL" clId="{F1477162-E3B9-4B3F-B801-B097DA74C41A}" dt="2023-07-04T07:39:19.018" v="205" actId="20577"/>
          <ac:spMkLst>
            <pc:docMk/>
            <pc:sldMk cId="3300743470" sldId="257"/>
            <ac:spMk id="3" creationId="{73F8797C-A226-7836-7AC1-7E1ADAA37B9C}"/>
          </ac:spMkLst>
        </pc:spChg>
        <pc:picChg chg="add mod">
          <ac:chgData name="Dragan Javorac" userId="913c2858-fb97-4c6e-a42c-b1f1a16b225e" providerId="ADAL" clId="{F1477162-E3B9-4B3F-B801-B097DA74C41A}" dt="2023-07-04T07:42:39.155" v="208" actId="1076"/>
          <ac:picMkLst>
            <pc:docMk/>
            <pc:sldMk cId="3300743470" sldId="257"/>
            <ac:picMk id="5" creationId="{A9F66CE4-375D-5102-0A16-8D4B1EC598AE}"/>
          </ac:picMkLst>
        </pc:picChg>
        <pc:picChg chg="add del mod">
          <ac:chgData name="Dragan Javorac" userId="913c2858-fb97-4c6e-a42c-b1f1a16b225e" providerId="ADAL" clId="{F1477162-E3B9-4B3F-B801-B097DA74C41A}" dt="2023-07-04T08:19:30.548" v="211" actId="478"/>
          <ac:picMkLst>
            <pc:docMk/>
            <pc:sldMk cId="3300743470" sldId="257"/>
            <ac:picMk id="7" creationId="{6F84FAAF-C160-1F8B-9477-73AD35233D72}"/>
          </ac:picMkLst>
        </pc:picChg>
        <pc:picChg chg="add mod">
          <ac:chgData name="Dragan Javorac" userId="913c2858-fb97-4c6e-a42c-b1f1a16b225e" providerId="ADAL" clId="{F1477162-E3B9-4B3F-B801-B097DA74C41A}" dt="2023-07-04T08:19:44.170" v="213" actId="1076"/>
          <ac:picMkLst>
            <pc:docMk/>
            <pc:sldMk cId="3300743470" sldId="257"/>
            <ac:picMk id="9" creationId="{D52E5762-374D-C607-2134-836E0D5AEC18}"/>
          </ac:picMkLst>
        </pc:picChg>
      </pc:sldChg>
      <pc:sldChg chg="modSp add mod">
        <pc:chgData name="Dragan Javorac" userId="913c2858-fb97-4c6e-a42c-b1f1a16b225e" providerId="ADAL" clId="{F1477162-E3B9-4B3F-B801-B097DA74C41A}" dt="2023-07-04T08:20:14.080" v="309" actId="5793"/>
        <pc:sldMkLst>
          <pc:docMk/>
          <pc:sldMk cId="1976930380" sldId="258"/>
        </pc:sldMkLst>
        <pc:spChg chg="mod">
          <ac:chgData name="Dragan Javorac" userId="913c2858-fb97-4c6e-a42c-b1f1a16b225e" providerId="ADAL" clId="{F1477162-E3B9-4B3F-B801-B097DA74C41A}" dt="2023-07-04T08:19:54.724" v="243" actId="20577"/>
          <ac:spMkLst>
            <pc:docMk/>
            <pc:sldMk cId="1976930380" sldId="258"/>
            <ac:spMk id="2" creationId="{59249F84-7683-7A1C-A158-E9E5BD087E59}"/>
          </ac:spMkLst>
        </pc:spChg>
        <pc:spChg chg="mod">
          <ac:chgData name="Dragan Javorac" userId="913c2858-fb97-4c6e-a42c-b1f1a16b225e" providerId="ADAL" clId="{F1477162-E3B9-4B3F-B801-B097DA74C41A}" dt="2023-07-04T08:20:14.080" v="309" actId="5793"/>
          <ac:spMkLst>
            <pc:docMk/>
            <pc:sldMk cId="1976930380" sldId="258"/>
            <ac:spMk id="3" creationId="{73F8797C-A226-7836-7AC1-7E1ADAA37B9C}"/>
          </ac:spMkLst>
        </pc:spChg>
      </pc:sldChg>
    </pc:docChg>
  </pc:docChgLst>
  <pc:docChgLst>
    <pc:chgData name="Dragan Javorac" userId="913c2858-fb97-4c6e-a42c-b1f1a16b225e" providerId="ADAL" clId="{660E6636-3CCE-4027-845B-07D92950E133}"/>
    <pc:docChg chg="addSld modSld">
      <pc:chgData name="Dragan Javorac" userId="913c2858-fb97-4c6e-a42c-b1f1a16b225e" providerId="ADAL" clId="{660E6636-3CCE-4027-845B-07D92950E133}" dt="2023-10-12T06:59:17.349" v="0"/>
      <pc:docMkLst>
        <pc:docMk/>
      </pc:docMkLst>
      <pc:sldChg chg="add">
        <pc:chgData name="Dragan Javorac" userId="913c2858-fb97-4c6e-a42c-b1f1a16b225e" providerId="ADAL" clId="{660E6636-3CCE-4027-845B-07D92950E133}" dt="2023-10-12T06:59:17.349" v="0"/>
        <pc:sldMkLst>
          <pc:docMk/>
          <pc:sldMk cId="364979388" sldId="306"/>
        </pc:sldMkLst>
      </pc:sldChg>
    </pc:docChg>
  </pc:docChgLst>
  <pc:docChgLst>
    <pc:chgData name="Dragan Javorac" userId="913c2858-fb97-4c6e-a42c-b1f1a16b225e" providerId="ADAL" clId="{9F4756D4-19AA-4BFB-812C-6BAA87C5B402}"/>
    <pc:docChg chg="undo custSel addSld delSld modSld">
      <pc:chgData name="Dragan Javorac" userId="913c2858-fb97-4c6e-a42c-b1f1a16b225e" providerId="ADAL" clId="{9F4756D4-19AA-4BFB-812C-6BAA87C5B402}" dt="2023-09-07T07:36:37.972" v="655" actId="20577"/>
      <pc:docMkLst>
        <pc:docMk/>
      </pc:docMkLst>
      <pc:sldChg chg="modSp mod">
        <pc:chgData name="Dragan Javorac" userId="913c2858-fb97-4c6e-a42c-b1f1a16b225e" providerId="ADAL" clId="{9F4756D4-19AA-4BFB-812C-6BAA87C5B402}" dt="2023-09-07T07:32:51.306" v="316" actId="20577"/>
        <pc:sldMkLst>
          <pc:docMk/>
          <pc:sldMk cId="3300743470" sldId="257"/>
        </pc:sldMkLst>
        <pc:spChg chg="mod">
          <ac:chgData name="Dragan Javorac" userId="913c2858-fb97-4c6e-a42c-b1f1a16b225e" providerId="ADAL" clId="{9F4756D4-19AA-4BFB-812C-6BAA87C5B402}" dt="2023-09-07T07:32:15.227" v="217" actId="20577"/>
          <ac:spMkLst>
            <pc:docMk/>
            <pc:sldMk cId="3300743470" sldId="257"/>
            <ac:spMk id="2" creationId="{59249F84-7683-7A1C-A158-E9E5BD087E59}"/>
          </ac:spMkLst>
        </pc:spChg>
        <pc:spChg chg="mod">
          <ac:chgData name="Dragan Javorac" userId="913c2858-fb97-4c6e-a42c-b1f1a16b225e" providerId="ADAL" clId="{9F4756D4-19AA-4BFB-812C-6BAA87C5B402}" dt="2023-09-07T07:32:51.306" v="316" actId="20577"/>
          <ac:spMkLst>
            <pc:docMk/>
            <pc:sldMk cId="3300743470" sldId="257"/>
            <ac:spMk id="3" creationId="{73F8797C-A226-7836-7AC1-7E1ADAA37B9C}"/>
          </ac:spMkLst>
        </pc:spChg>
      </pc:sldChg>
      <pc:sldChg chg="addSp delSp modSp mod">
        <pc:chgData name="Dragan Javorac" userId="913c2858-fb97-4c6e-a42c-b1f1a16b225e" providerId="ADAL" clId="{9F4756D4-19AA-4BFB-812C-6BAA87C5B402}" dt="2023-09-07T07:31:39.338" v="205" actId="20577"/>
        <pc:sldMkLst>
          <pc:docMk/>
          <pc:sldMk cId="3583996413" sldId="265"/>
        </pc:sldMkLst>
        <pc:spChg chg="mod">
          <ac:chgData name="Dragan Javorac" userId="913c2858-fb97-4c6e-a42c-b1f1a16b225e" providerId="ADAL" clId="{9F4756D4-19AA-4BFB-812C-6BAA87C5B402}" dt="2023-09-07T07:31:39.338" v="205" actId="20577"/>
          <ac:spMkLst>
            <pc:docMk/>
            <pc:sldMk cId="3583996413" sldId="265"/>
            <ac:spMk id="3" creationId="{73F8797C-A226-7836-7AC1-7E1ADAA37B9C}"/>
          </ac:spMkLst>
        </pc:spChg>
        <pc:picChg chg="del">
          <ac:chgData name="Dragan Javorac" userId="913c2858-fb97-4c6e-a42c-b1f1a16b225e" providerId="ADAL" clId="{9F4756D4-19AA-4BFB-812C-6BAA87C5B402}" dt="2023-09-07T07:31:21.929" v="158" actId="478"/>
          <ac:picMkLst>
            <pc:docMk/>
            <pc:sldMk cId="3583996413" sldId="265"/>
            <ac:picMk id="5" creationId="{32EB4921-4F2D-730E-D843-06DC4C5254EB}"/>
          </ac:picMkLst>
        </pc:picChg>
        <pc:picChg chg="add mod">
          <ac:chgData name="Dragan Javorac" userId="913c2858-fb97-4c6e-a42c-b1f1a16b225e" providerId="ADAL" clId="{9F4756D4-19AA-4BFB-812C-6BAA87C5B402}" dt="2023-09-07T07:31:27.449" v="160" actId="1076"/>
          <ac:picMkLst>
            <pc:docMk/>
            <pc:sldMk cId="3583996413" sldId="265"/>
            <ac:picMk id="6" creationId="{5293A52C-F7B7-41FA-B5F5-CEEE4A361FAD}"/>
          </ac:picMkLst>
        </pc:picChg>
        <pc:picChg chg="del">
          <ac:chgData name="Dragan Javorac" userId="913c2858-fb97-4c6e-a42c-b1f1a16b225e" providerId="ADAL" clId="{9F4756D4-19AA-4BFB-812C-6BAA87C5B402}" dt="2023-09-07T07:31:19.119" v="155" actId="478"/>
          <ac:picMkLst>
            <pc:docMk/>
            <pc:sldMk cId="3583996413" sldId="265"/>
            <ac:picMk id="11" creationId="{FB6DE54F-B5DD-24F2-C46D-1123F5004511}"/>
          </ac:picMkLst>
        </pc:picChg>
      </pc:sldChg>
      <pc:sldChg chg="modSp mod">
        <pc:chgData name="Dragan Javorac" userId="913c2858-fb97-4c6e-a42c-b1f1a16b225e" providerId="ADAL" clId="{9F4756D4-19AA-4BFB-812C-6BAA87C5B402}" dt="2023-09-07T07:36:28.482" v="654" actId="14100"/>
        <pc:sldMkLst>
          <pc:docMk/>
          <pc:sldMk cId="1648467783" sldId="266"/>
        </pc:sldMkLst>
        <pc:spChg chg="mod">
          <ac:chgData name="Dragan Javorac" userId="913c2858-fb97-4c6e-a42c-b1f1a16b225e" providerId="ADAL" clId="{9F4756D4-19AA-4BFB-812C-6BAA87C5B402}" dt="2023-09-07T07:36:28.482" v="654" actId="14100"/>
          <ac:spMkLst>
            <pc:docMk/>
            <pc:sldMk cId="1648467783" sldId="266"/>
            <ac:spMk id="3" creationId="{73F8797C-A226-7836-7AC1-7E1ADAA37B9C}"/>
          </ac:spMkLst>
        </pc:spChg>
      </pc:sldChg>
      <pc:sldChg chg="modSp mod">
        <pc:chgData name="Dragan Javorac" userId="913c2858-fb97-4c6e-a42c-b1f1a16b225e" providerId="ADAL" clId="{9F4756D4-19AA-4BFB-812C-6BAA87C5B402}" dt="2023-09-07T07:26:26.904" v="2" actId="6549"/>
        <pc:sldMkLst>
          <pc:docMk/>
          <pc:sldMk cId="2071724299" sldId="267"/>
        </pc:sldMkLst>
        <pc:spChg chg="mod">
          <ac:chgData name="Dragan Javorac" userId="913c2858-fb97-4c6e-a42c-b1f1a16b225e" providerId="ADAL" clId="{9F4756D4-19AA-4BFB-812C-6BAA87C5B402}" dt="2023-09-07T07:26:26.904" v="2" actId="6549"/>
          <ac:spMkLst>
            <pc:docMk/>
            <pc:sldMk cId="2071724299" sldId="267"/>
            <ac:spMk id="3" creationId="{73F8797C-A226-7836-7AC1-7E1ADAA37B9C}"/>
          </ac:spMkLst>
        </pc:spChg>
      </pc:sldChg>
      <pc:sldChg chg="addSp modSp mod">
        <pc:chgData name="Dragan Javorac" userId="913c2858-fb97-4c6e-a42c-b1f1a16b225e" providerId="ADAL" clId="{9F4756D4-19AA-4BFB-812C-6BAA87C5B402}" dt="2023-09-07T07:27:17.828" v="65" actId="1076"/>
        <pc:sldMkLst>
          <pc:docMk/>
          <pc:sldMk cId="1545876471" sldId="268"/>
        </pc:sldMkLst>
        <pc:spChg chg="mod">
          <ac:chgData name="Dragan Javorac" userId="913c2858-fb97-4c6e-a42c-b1f1a16b225e" providerId="ADAL" clId="{9F4756D4-19AA-4BFB-812C-6BAA87C5B402}" dt="2023-09-07T07:27:00.144" v="44" actId="5793"/>
          <ac:spMkLst>
            <pc:docMk/>
            <pc:sldMk cId="1545876471" sldId="268"/>
            <ac:spMk id="3" creationId="{73F8797C-A226-7836-7AC1-7E1ADAA37B9C}"/>
          </ac:spMkLst>
        </pc:spChg>
        <pc:spChg chg="add mod">
          <ac:chgData name="Dragan Javorac" userId="913c2858-fb97-4c6e-a42c-b1f1a16b225e" providerId="ADAL" clId="{9F4756D4-19AA-4BFB-812C-6BAA87C5B402}" dt="2023-09-07T07:27:17.828" v="65" actId="1076"/>
          <ac:spMkLst>
            <pc:docMk/>
            <pc:sldMk cId="1545876471" sldId="268"/>
            <ac:spMk id="4" creationId="{795601A2-0D77-B98D-4638-ADEF5D095BE3}"/>
          </ac:spMkLst>
        </pc:spChg>
      </pc:sldChg>
      <pc:sldChg chg="modSp mod">
        <pc:chgData name="Dragan Javorac" userId="913c2858-fb97-4c6e-a42c-b1f1a16b225e" providerId="ADAL" clId="{9F4756D4-19AA-4BFB-812C-6BAA87C5B402}" dt="2023-09-07T07:27:31.423" v="66" actId="20577"/>
        <pc:sldMkLst>
          <pc:docMk/>
          <pc:sldMk cId="275344560" sldId="269"/>
        </pc:sldMkLst>
        <pc:spChg chg="mod">
          <ac:chgData name="Dragan Javorac" userId="913c2858-fb97-4c6e-a42c-b1f1a16b225e" providerId="ADAL" clId="{9F4756D4-19AA-4BFB-812C-6BAA87C5B402}" dt="2023-09-07T07:27:31.423" v="66" actId="20577"/>
          <ac:spMkLst>
            <pc:docMk/>
            <pc:sldMk cId="275344560" sldId="269"/>
            <ac:spMk id="3" creationId="{73F8797C-A226-7836-7AC1-7E1ADAA37B9C}"/>
          </ac:spMkLst>
        </pc:spChg>
      </pc:sldChg>
      <pc:sldChg chg="addSp modSp mod">
        <pc:chgData name="Dragan Javorac" userId="913c2858-fb97-4c6e-a42c-b1f1a16b225e" providerId="ADAL" clId="{9F4756D4-19AA-4BFB-812C-6BAA87C5B402}" dt="2023-09-07T07:28:20.732" v="140" actId="1076"/>
        <pc:sldMkLst>
          <pc:docMk/>
          <pc:sldMk cId="1812396322" sldId="271"/>
        </pc:sldMkLst>
        <pc:spChg chg="add mod">
          <ac:chgData name="Dragan Javorac" userId="913c2858-fb97-4c6e-a42c-b1f1a16b225e" providerId="ADAL" clId="{9F4756D4-19AA-4BFB-812C-6BAA87C5B402}" dt="2023-09-07T07:28:20.732" v="140" actId="1076"/>
          <ac:spMkLst>
            <pc:docMk/>
            <pc:sldMk cId="1812396322" sldId="271"/>
            <ac:spMk id="4" creationId="{D87069FF-53F0-5507-5525-16A8BBF05A3D}"/>
          </ac:spMkLst>
        </pc:spChg>
      </pc:sldChg>
      <pc:sldChg chg="del">
        <pc:chgData name="Dragan Javorac" userId="913c2858-fb97-4c6e-a42c-b1f1a16b225e" providerId="ADAL" clId="{9F4756D4-19AA-4BFB-812C-6BAA87C5B402}" dt="2023-09-07T07:28:47.432" v="141" actId="47"/>
        <pc:sldMkLst>
          <pc:docMk/>
          <pc:sldMk cId="3684146358" sldId="272"/>
        </pc:sldMkLst>
      </pc:sldChg>
      <pc:sldChg chg="modSp mod">
        <pc:chgData name="Dragan Javorac" userId="913c2858-fb97-4c6e-a42c-b1f1a16b225e" providerId="ADAL" clId="{9F4756D4-19AA-4BFB-812C-6BAA87C5B402}" dt="2023-09-07T07:36:37.972" v="655" actId="20577"/>
        <pc:sldMkLst>
          <pc:docMk/>
          <pc:sldMk cId="2371956023" sldId="273"/>
        </pc:sldMkLst>
        <pc:spChg chg="mod">
          <ac:chgData name="Dragan Javorac" userId="913c2858-fb97-4c6e-a42c-b1f1a16b225e" providerId="ADAL" clId="{9F4756D4-19AA-4BFB-812C-6BAA87C5B402}" dt="2023-09-07T07:36:37.972" v="655" actId="20577"/>
          <ac:spMkLst>
            <pc:docMk/>
            <pc:sldMk cId="2371956023" sldId="273"/>
            <ac:spMk id="3" creationId="{73F8797C-A226-7836-7AC1-7E1ADAA37B9C}"/>
          </ac:spMkLst>
        </pc:spChg>
      </pc:sldChg>
      <pc:sldChg chg="add">
        <pc:chgData name="Dragan Javorac" userId="913c2858-fb97-4c6e-a42c-b1f1a16b225e" providerId="ADAL" clId="{9F4756D4-19AA-4BFB-812C-6BAA87C5B402}" dt="2023-09-07T07:32:11.308" v="208" actId="2890"/>
        <pc:sldMkLst>
          <pc:docMk/>
          <pc:sldMk cId="2279458216" sldId="274"/>
        </pc:sldMkLst>
      </pc:sldChg>
      <pc:sldChg chg="add del">
        <pc:chgData name="Dragan Javorac" userId="913c2858-fb97-4c6e-a42c-b1f1a16b225e" providerId="ADAL" clId="{9F4756D4-19AA-4BFB-812C-6BAA87C5B402}" dt="2023-09-07T07:32:09.547" v="207" actId="2890"/>
        <pc:sldMkLst>
          <pc:docMk/>
          <pc:sldMk cId="2574927242" sldId="274"/>
        </pc:sldMkLst>
      </pc:sldChg>
      <pc:sldChg chg="addSp modSp add mod">
        <pc:chgData name="Dragan Javorac" userId="913c2858-fb97-4c6e-a42c-b1f1a16b225e" providerId="ADAL" clId="{9F4756D4-19AA-4BFB-812C-6BAA87C5B402}" dt="2023-09-07T07:36:24.812" v="653" actId="14100"/>
        <pc:sldMkLst>
          <pc:docMk/>
          <pc:sldMk cId="879271340" sldId="275"/>
        </pc:sldMkLst>
        <pc:spChg chg="mod">
          <ac:chgData name="Dragan Javorac" userId="913c2858-fb97-4c6e-a42c-b1f1a16b225e" providerId="ADAL" clId="{9F4756D4-19AA-4BFB-812C-6BAA87C5B402}" dt="2023-09-07T07:33:18.066" v="342" actId="20577"/>
          <ac:spMkLst>
            <pc:docMk/>
            <pc:sldMk cId="879271340" sldId="275"/>
            <ac:spMk id="2" creationId="{59249F84-7683-7A1C-A158-E9E5BD087E59}"/>
          </ac:spMkLst>
        </pc:spChg>
        <pc:spChg chg="mod">
          <ac:chgData name="Dragan Javorac" userId="913c2858-fb97-4c6e-a42c-b1f1a16b225e" providerId="ADAL" clId="{9F4756D4-19AA-4BFB-812C-6BAA87C5B402}" dt="2023-09-07T07:36:24.812" v="653" actId="14100"/>
          <ac:spMkLst>
            <pc:docMk/>
            <pc:sldMk cId="879271340" sldId="275"/>
            <ac:spMk id="3" creationId="{73F8797C-A226-7836-7AC1-7E1ADAA37B9C}"/>
          </ac:spMkLst>
        </pc:spChg>
        <pc:spChg chg="add mod">
          <ac:chgData name="Dragan Javorac" userId="913c2858-fb97-4c6e-a42c-b1f1a16b225e" providerId="ADAL" clId="{9F4756D4-19AA-4BFB-812C-6BAA87C5B402}" dt="2023-09-07T07:36:17.432" v="651" actId="20577"/>
          <ac:spMkLst>
            <pc:docMk/>
            <pc:sldMk cId="879271340" sldId="275"/>
            <ac:spMk id="8" creationId="{02EED54A-93A3-93F0-94A0-17739A535C05}"/>
          </ac:spMkLst>
        </pc:spChg>
        <pc:picChg chg="add mod modCrop">
          <ac:chgData name="Dragan Javorac" userId="913c2858-fb97-4c6e-a42c-b1f1a16b225e" providerId="ADAL" clId="{9F4756D4-19AA-4BFB-812C-6BAA87C5B402}" dt="2023-09-07T07:35:18.203" v="541" actId="1076"/>
          <ac:picMkLst>
            <pc:docMk/>
            <pc:sldMk cId="879271340" sldId="275"/>
            <ac:picMk id="5" creationId="{23470AEA-8295-EA0C-2E52-70FFB943D9DE}"/>
          </ac:picMkLst>
        </pc:picChg>
        <pc:picChg chg="add mod">
          <ac:chgData name="Dragan Javorac" userId="913c2858-fb97-4c6e-a42c-b1f1a16b225e" providerId="ADAL" clId="{9F4756D4-19AA-4BFB-812C-6BAA87C5B402}" dt="2023-09-07T07:35:16.647" v="540" actId="1076"/>
          <ac:picMkLst>
            <pc:docMk/>
            <pc:sldMk cId="879271340" sldId="275"/>
            <ac:picMk id="7" creationId="{1C321972-FFA7-DBEB-CCE3-9117C74FD4E4}"/>
          </ac:picMkLst>
        </pc:picChg>
      </pc:sldChg>
    </pc:docChg>
  </pc:docChgLst>
  <pc:docChgLst>
    <pc:chgData name="Dragan Javorac" userId="913c2858-fb97-4c6e-a42c-b1f1a16b225e" providerId="ADAL" clId="{F20641AF-CFBE-4272-B134-B58D40863906}"/>
    <pc:docChg chg="custSel addSld delSld modSld">
      <pc:chgData name="Dragan Javorac" userId="913c2858-fb97-4c6e-a42c-b1f1a16b225e" providerId="ADAL" clId="{F20641AF-CFBE-4272-B134-B58D40863906}" dt="2023-09-28T06:38:28.140" v="411" actId="20577"/>
      <pc:docMkLst>
        <pc:docMk/>
      </pc:docMkLst>
      <pc:sldChg chg="modSp mod">
        <pc:chgData name="Dragan Javorac" userId="913c2858-fb97-4c6e-a42c-b1f1a16b225e" providerId="ADAL" clId="{F20641AF-CFBE-4272-B134-B58D40863906}" dt="2023-09-26T07:01:20.653" v="32" actId="167"/>
        <pc:sldMkLst>
          <pc:docMk/>
          <pc:sldMk cId="3811378203" sldId="256"/>
        </pc:sldMkLst>
        <pc:spChg chg="mod">
          <ac:chgData name="Dragan Javorac" userId="913c2858-fb97-4c6e-a42c-b1f1a16b225e" providerId="ADAL" clId="{F20641AF-CFBE-4272-B134-B58D40863906}" dt="2023-09-26T07:01:17.880" v="31" actId="27636"/>
          <ac:spMkLst>
            <pc:docMk/>
            <pc:sldMk cId="3811378203" sldId="256"/>
            <ac:spMk id="3" creationId="{414EDD6F-592F-340B-435C-61829CBE0859}"/>
          </ac:spMkLst>
        </pc:spChg>
        <pc:picChg chg="ord">
          <ac:chgData name="Dragan Javorac" userId="913c2858-fb97-4c6e-a42c-b1f1a16b225e" providerId="ADAL" clId="{F20641AF-CFBE-4272-B134-B58D40863906}" dt="2023-09-26T07:01:20.653" v="32" actId="167"/>
          <ac:picMkLst>
            <pc:docMk/>
            <pc:sldMk cId="3811378203" sldId="256"/>
            <ac:picMk id="9" creationId="{099B8BA3-F095-3E24-5523-552CBD5DE975}"/>
          </ac:picMkLst>
        </pc:picChg>
      </pc:sldChg>
      <pc:sldChg chg="addSp delSp modSp mod">
        <pc:chgData name="Dragan Javorac" userId="913c2858-fb97-4c6e-a42c-b1f1a16b225e" providerId="ADAL" clId="{F20641AF-CFBE-4272-B134-B58D40863906}" dt="2023-09-26T07:34:49.531" v="379" actId="20577"/>
        <pc:sldMkLst>
          <pc:docMk/>
          <pc:sldMk cId="3451708679" sldId="281"/>
        </pc:sldMkLst>
        <pc:spChg chg="mod">
          <ac:chgData name="Dragan Javorac" userId="913c2858-fb97-4c6e-a42c-b1f1a16b225e" providerId="ADAL" clId="{F20641AF-CFBE-4272-B134-B58D40863906}" dt="2023-09-26T07:34:07.239" v="253" actId="6549"/>
          <ac:spMkLst>
            <pc:docMk/>
            <pc:sldMk cId="3451708679" sldId="281"/>
            <ac:spMk id="2" creationId="{59249F84-7683-7A1C-A158-E9E5BD087E59}"/>
          </ac:spMkLst>
        </pc:spChg>
        <pc:spChg chg="mod">
          <ac:chgData name="Dragan Javorac" userId="913c2858-fb97-4c6e-a42c-b1f1a16b225e" providerId="ADAL" clId="{F20641AF-CFBE-4272-B134-B58D40863906}" dt="2023-09-26T07:34:49.531" v="379" actId="20577"/>
          <ac:spMkLst>
            <pc:docMk/>
            <pc:sldMk cId="3451708679" sldId="281"/>
            <ac:spMk id="3" creationId="{73F8797C-A226-7836-7AC1-7E1ADAA37B9C}"/>
          </ac:spMkLst>
        </pc:spChg>
        <pc:spChg chg="del">
          <ac:chgData name="Dragan Javorac" userId="913c2858-fb97-4c6e-a42c-b1f1a16b225e" providerId="ADAL" clId="{F20641AF-CFBE-4272-B134-B58D40863906}" dt="2023-09-26T07:02:05.487" v="82" actId="478"/>
          <ac:spMkLst>
            <pc:docMk/>
            <pc:sldMk cId="3451708679" sldId="281"/>
            <ac:spMk id="8" creationId="{2C2CCBA2-3762-71A6-EA77-6CB09BBAA70D}"/>
          </ac:spMkLst>
        </pc:spChg>
        <pc:spChg chg="del">
          <ac:chgData name="Dragan Javorac" userId="913c2858-fb97-4c6e-a42c-b1f1a16b225e" providerId="ADAL" clId="{F20641AF-CFBE-4272-B134-B58D40863906}" dt="2023-09-26T07:02:06.022" v="83" actId="478"/>
          <ac:spMkLst>
            <pc:docMk/>
            <pc:sldMk cId="3451708679" sldId="281"/>
            <ac:spMk id="9" creationId="{DE8FA202-46E6-04E5-14D7-ACB9330C1A23}"/>
          </ac:spMkLst>
        </pc:spChg>
        <pc:picChg chg="add mod">
          <ac:chgData name="Dragan Javorac" userId="913c2858-fb97-4c6e-a42c-b1f1a16b225e" providerId="ADAL" clId="{F20641AF-CFBE-4272-B134-B58D40863906}" dt="2023-09-26T07:34:01.601" v="249" actId="1076"/>
          <ac:picMkLst>
            <pc:docMk/>
            <pc:sldMk cId="3451708679" sldId="281"/>
            <ac:picMk id="5" creationId="{5AF95DB1-04DD-2303-D694-874301A362D9}"/>
          </ac:picMkLst>
        </pc:picChg>
        <pc:picChg chg="del">
          <ac:chgData name="Dragan Javorac" userId="913c2858-fb97-4c6e-a42c-b1f1a16b225e" providerId="ADAL" clId="{F20641AF-CFBE-4272-B134-B58D40863906}" dt="2023-09-26T07:02:04.936" v="81" actId="478"/>
          <ac:picMkLst>
            <pc:docMk/>
            <pc:sldMk cId="3451708679" sldId="281"/>
            <ac:picMk id="7" creationId="{A8D48A20-26A4-B84B-A179-216E20590946}"/>
          </ac:picMkLst>
        </pc:picChg>
        <pc:picChg chg="add mod">
          <ac:chgData name="Dragan Javorac" userId="913c2858-fb97-4c6e-a42c-b1f1a16b225e" providerId="ADAL" clId="{F20641AF-CFBE-4272-B134-B58D40863906}" dt="2023-09-26T07:33:06.862" v="101" actId="1076"/>
          <ac:picMkLst>
            <pc:docMk/>
            <pc:sldMk cId="3451708679" sldId="281"/>
            <ac:picMk id="7" creationId="{CE3C6200-2997-1D6D-DDDB-9019E044A21B}"/>
          </ac:picMkLst>
        </pc:picChg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520737929" sldId="282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322632929" sldId="283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533409294" sldId="284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773657184" sldId="285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1786902067" sldId="286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1713942279" sldId="287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012868093" sldId="288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1032720552" sldId="289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212858245" sldId="290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183247633" sldId="291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3885579670" sldId="292"/>
        </pc:sldMkLst>
      </pc:sldChg>
      <pc:sldChg chg="addSp delSp modSp mod">
        <pc:chgData name="Dragan Javorac" userId="913c2858-fb97-4c6e-a42c-b1f1a16b225e" providerId="ADAL" clId="{F20641AF-CFBE-4272-B134-B58D40863906}" dt="2023-09-26T07:01:50.894" v="50" actId="20577"/>
        <pc:sldMkLst>
          <pc:docMk/>
          <pc:sldMk cId="3209220919" sldId="293"/>
        </pc:sldMkLst>
        <pc:spChg chg="mod">
          <ac:chgData name="Dragan Javorac" userId="913c2858-fb97-4c6e-a42c-b1f1a16b225e" providerId="ADAL" clId="{F20641AF-CFBE-4272-B134-B58D40863906}" dt="2023-09-26T07:01:50.894" v="50" actId="20577"/>
          <ac:spMkLst>
            <pc:docMk/>
            <pc:sldMk cId="3209220919" sldId="293"/>
            <ac:spMk id="3" creationId="{73F8797C-A226-7836-7AC1-7E1ADAA37B9C}"/>
          </ac:spMkLst>
        </pc:spChg>
        <pc:picChg chg="del">
          <ac:chgData name="Dragan Javorac" userId="913c2858-fb97-4c6e-a42c-b1f1a16b225e" providerId="ADAL" clId="{F20641AF-CFBE-4272-B134-B58D40863906}" dt="2023-09-26T07:01:40.473" v="34" actId="478"/>
          <ac:picMkLst>
            <pc:docMk/>
            <pc:sldMk cId="3209220919" sldId="293"/>
            <ac:picMk id="5" creationId="{2E56C4DA-FED2-AC13-3D1E-954BE4DF1D89}"/>
          </ac:picMkLst>
        </pc:picChg>
        <pc:picChg chg="add mod">
          <ac:chgData name="Dragan Javorac" userId="913c2858-fb97-4c6e-a42c-b1f1a16b225e" providerId="ADAL" clId="{F20641AF-CFBE-4272-B134-B58D40863906}" dt="2023-09-26T07:01:43.786" v="38" actId="1076"/>
          <ac:picMkLst>
            <pc:docMk/>
            <pc:sldMk cId="3209220919" sldId="293"/>
            <ac:picMk id="6" creationId="{DFF60CAA-524A-CB00-715B-D78064C39113}"/>
          </ac:picMkLst>
        </pc:picChg>
      </pc:sldChg>
      <pc:sldChg chg="modSp add mod">
        <pc:chgData name="Dragan Javorac" userId="913c2858-fb97-4c6e-a42c-b1f1a16b225e" providerId="ADAL" clId="{F20641AF-CFBE-4272-B134-B58D40863906}" dt="2023-09-28T06:38:28.140" v="411" actId="20577"/>
        <pc:sldMkLst>
          <pc:docMk/>
          <pc:sldMk cId="853319877" sldId="294"/>
        </pc:sldMkLst>
        <pc:spChg chg="mod">
          <ac:chgData name="Dragan Javorac" userId="913c2858-fb97-4c6e-a42c-b1f1a16b225e" providerId="ADAL" clId="{F20641AF-CFBE-4272-B134-B58D40863906}" dt="2023-09-28T06:38:28.140" v="411" actId="20577"/>
          <ac:spMkLst>
            <pc:docMk/>
            <pc:sldMk cId="853319877" sldId="294"/>
            <ac:spMk id="3" creationId="{73F8797C-A226-7836-7AC1-7E1ADAA37B9C}"/>
          </ac:spMkLst>
        </pc:spChg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4043838415" sldId="294"/>
        </pc:sldMkLst>
      </pc:sldChg>
    </pc:docChg>
  </pc:docChgLst>
  <pc:docChgLst>
    <pc:chgData name="Dragan Javorac" userId="913c2858-fb97-4c6e-a42c-b1f1a16b225e" providerId="ADAL" clId="{7072D4CA-4047-4BE6-A30A-CB0753A5D7B7}"/>
    <pc:docChg chg="modSld">
      <pc:chgData name="Dragan Javorac" userId="913c2858-fb97-4c6e-a42c-b1f1a16b225e" providerId="ADAL" clId="{7072D4CA-4047-4BE6-A30A-CB0753A5D7B7}" dt="2023-10-05T06:28:12.821" v="4" actId="14"/>
      <pc:docMkLst>
        <pc:docMk/>
      </pc:docMkLst>
      <pc:sldChg chg="modSp mod">
        <pc:chgData name="Dragan Javorac" userId="913c2858-fb97-4c6e-a42c-b1f1a16b225e" providerId="ADAL" clId="{7072D4CA-4047-4BE6-A30A-CB0753A5D7B7}" dt="2023-10-05T06:28:12.821" v="4" actId="14"/>
        <pc:sldMkLst>
          <pc:docMk/>
          <pc:sldMk cId="3209220919" sldId="293"/>
        </pc:sldMkLst>
        <pc:spChg chg="mod">
          <ac:chgData name="Dragan Javorac" userId="913c2858-fb97-4c6e-a42c-b1f1a16b225e" providerId="ADAL" clId="{7072D4CA-4047-4BE6-A30A-CB0753A5D7B7}" dt="2023-10-05T06:28:12.821" v="4" actId="14"/>
          <ac:spMkLst>
            <pc:docMk/>
            <pc:sldMk cId="3209220919" sldId="293"/>
            <ac:spMk id="3" creationId="{73F8797C-A226-7836-7AC1-7E1ADAA37B9C}"/>
          </ac:spMkLst>
        </pc:spChg>
      </pc:sldChg>
    </pc:docChg>
  </pc:docChgLst>
  <pc:docChgLst>
    <pc:chgData name="Dragan Javorac" userId="913c2858-fb97-4c6e-a42c-b1f1a16b225e" providerId="ADAL" clId="{A66CE524-1513-4CCF-AE3A-99864E3D643E}"/>
    <pc:docChg chg="undo custSel addSld delSld modSld">
      <pc:chgData name="Dragan Javorac" userId="913c2858-fb97-4c6e-a42c-b1f1a16b225e" providerId="ADAL" clId="{A66CE524-1513-4CCF-AE3A-99864E3D643E}" dt="2023-10-09T14:42:42.666" v="757" actId="20577"/>
      <pc:docMkLst>
        <pc:docMk/>
      </pc:docMkLst>
      <pc:sldChg chg="addSp delSp modSp mod">
        <pc:chgData name="Dragan Javorac" userId="913c2858-fb97-4c6e-a42c-b1f1a16b225e" providerId="ADAL" clId="{A66CE524-1513-4CCF-AE3A-99864E3D643E}" dt="2023-10-09T14:38:44.090" v="477" actId="1076"/>
        <pc:sldMkLst>
          <pc:docMk/>
          <pc:sldMk cId="3209220919" sldId="293"/>
        </pc:sldMkLst>
        <pc:spChg chg="mod">
          <ac:chgData name="Dragan Javorac" userId="913c2858-fb97-4c6e-a42c-b1f1a16b225e" providerId="ADAL" clId="{A66CE524-1513-4CCF-AE3A-99864E3D643E}" dt="2023-10-09T14:38:02.852" v="473" actId="6549"/>
          <ac:spMkLst>
            <pc:docMk/>
            <pc:sldMk cId="3209220919" sldId="293"/>
            <ac:spMk id="3" creationId="{73F8797C-A226-7836-7AC1-7E1ADAA37B9C}"/>
          </ac:spMkLst>
        </pc:spChg>
        <pc:picChg chg="del mod">
          <ac:chgData name="Dragan Javorac" userId="913c2858-fb97-4c6e-a42c-b1f1a16b225e" providerId="ADAL" clId="{A66CE524-1513-4CCF-AE3A-99864E3D643E}" dt="2023-10-09T14:37:59.981" v="471" actId="478"/>
          <ac:picMkLst>
            <pc:docMk/>
            <pc:sldMk cId="3209220919" sldId="293"/>
            <ac:picMk id="5" creationId="{78316AC2-DDA5-8938-9178-C901E710BFFF}"/>
          </ac:picMkLst>
        </pc:picChg>
        <pc:picChg chg="add mod">
          <ac:chgData name="Dragan Javorac" userId="913c2858-fb97-4c6e-a42c-b1f1a16b225e" providerId="ADAL" clId="{A66CE524-1513-4CCF-AE3A-99864E3D643E}" dt="2023-10-09T14:38:44.090" v="477" actId="1076"/>
          <ac:picMkLst>
            <pc:docMk/>
            <pc:sldMk cId="3209220919" sldId="293"/>
            <ac:picMk id="6" creationId="{31973E32-B13D-29B6-7D71-00C076F95745}"/>
          </ac:picMkLst>
        </pc:picChg>
      </pc:sldChg>
      <pc:sldChg chg="addSp delSp modSp mod">
        <pc:chgData name="Dragan Javorac" userId="913c2858-fb97-4c6e-a42c-b1f1a16b225e" providerId="ADAL" clId="{A66CE524-1513-4CCF-AE3A-99864E3D643E}" dt="2023-10-09T14:23:53.861" v="134" actId="5793"/>
        <pc:sldMkLst>
          <pc:docMk/>
          <pc:sldMk cId="853319877" sldId="294"/>
        </pc:sldMkLst>
        <pc:spChg chg="mod">
          <ac:chgData name="Dragan Javorac" userId="913c2858-fb97-4c6e-a42c-b1f1a16b225e" providerId="ADAL" clId="{A66CE524-1513-4CCF-AE3A-99864E3D643E}" dt="2023-10-09T14:23:29.025" v="31" actId="20577"/>
          <ac:spMkLst>
            <pc:docMk/>
            <pc:sldMk cId="853319877" sldId="294"/>
            <ac:spMk id="2" creationId="{59249F84-7683-7A1C-A158-E9E5BD087E59}"/>
          </ac:spMkLst>
        </pc:spChg>
        <pc:spChg chg="mod">
          <ac:chgData name="Dragan Javorac" userId="913c2858-fb97-4c6e-a42c-b1f1a16b225e" providerId="ADAL" clId="{A66CE524-1513-4CCF-AE3A-99864E3D643E}" dt="2023-10-09T14:23:53.861" v="134" actId="5793"/>
          <ac:spMkLst>
            <pc:docMk/>
            <pc:sldMk cId="853319877" sldId="294"/>
            <ac:spMk id="3" creationId="{73F8797C-A226-7836-7AC1-7E1ADAA37B9C}"/>
          </ac:spMkLst>
        </pc:spChg>
        <pc:spChg chg="add mod">
          <ac:chgData name="Dragan Javorac" userId="913c2858-fb97-4c6e-a42c-b1f1a16b225e" providerId="ADAL" clId="{A66CE524-1513-4CCF-AE3A-99864E3D643E}" dt="2023-10-09T14:22:53.417" v="13" actId="14100"/>
          <ac:spMkLst>
            <pc:docMk/>
            <pc:sldMk cId="853319877" sldId="294"/>
            <ac:spMk id="4" creationId="{50A463E2-C440-479B-8D1B-DC466823FE98}"/>
          </ac:spMkLst>
        </pc:spChg>
        <pc:picChg chg="del">
          <ac:chgData name="Dragan Javorac" userId="913c2858-fb97-4c6e-a42c-b1f1a16b225e" providerId="ADAL" clId="{A66CE524-1513-4CCF-AE3A-99864E3D643E}" dt="2023-10-09T14:22:12.625" v="9" actId="478"/>
          <ac:picMkLst>
            <pc:docMk/>
            <pc:sldMk cId="853319877" sldId="294"/>
            <ac:picMk id="5" creationId="{5AC664ED-3604-F4DF-D352-F091BB8313A8}"/>
          </ac:picMkLst>
        </pc:picChg>
        <pc:picChg chg="del">
          <ac:chgData name="Dragan Javorac" userId="913c2858-fb97-4c6e-a42c-b1f1a16b225e" providerId="ADAL" clId="{A66CE524-1513-4CCF-AE3A-99864E3D643E}" dt="2023-10-09T14:22:13.083" v="10" actId="478"/>
          <ac:picMkLst>
            <pc:docMk/>
            <pc:sldMk cId="853319877" sldId="294"/>
            <ac:picMk id="7" creationId="{CF9336B4-887C-950D-D687-7F681B994712}"/>
          </ac:picMkLst>
        </pc:picChg>
      </pc:sldChg>
      <pc:sldChg chg="del">
        <pc:chgData name="Dragan Javorac" userId="913c2858-fb97-4c6e-a42c-b1f1a16b225e" providerId="ADAL" clId="{A66CE524-1513-4CCF-AE3A-99864E3D643E}" dt="2023-10-09T14:37:44.103" v="466" actId="47"/>
        <pc:sldMkLst>
          <pc:docMk/>
          <pc:sldMk cId="3237422592" sldId="295"/>
        </pc:sldMkLst>
      </pc:sldChg>
      <pc:sldChg chg="del">
        <pc:chgData name="Dragan Javorac" userId="913c2858-fb97-4c6e-a42c-b1f1a16b225e" providerId="ADAL" clId="{A66CE524-1513-4CCF-AE3A-99864E3D643E}" dt="2023-10-09T14:37:44.103" v="466" actId="47"/>
        <pc:sldMkLst>
          <pc:docMk/>
          <pc:sldMk cId="2542305982" sldId="296"/>
        </pc:sldMkLst>
      </pc:sldChg>
      <pc:sldChg chg="del">
        <pc:chgData name="Dragan Javorac" userId="913c2858-fb97-4c6e-a42c-b1f1a16b225e" providerId="ADAL" clId="{A66CE524-1513-4CCF-AE3A-99864E3D643E}" dt="2023-10-09T14:37:44.103" v="466" actId="47"/>
        <pc:sldMkLst>
          <pc:docMk/>
          <pc:sldMk cId="4140789780" sldId="297"/>
        </pc:sldMkLst>
      </pc:sldChg>
      <pc:sldChg chg="del">
        <pc:chgData name="Dragan Javorac" userId="913c2858-fb97-4c6e-a42c-b1f1a16b225e" providerId="ADAL" clId="{A66CE524-1513-4CCF-AE3A-99864E3D643E}" dt="2023-10-09T14:37:44.103" v="466" actId="47"/>
        <pc:sldMkLst>
          <pc:docMk/>
          <pc:sldMk cId="891455290" sldId="298"/>
        </pc:sldMkLst>
      </pc:sldChg>
      <pc:sldChg chg="del">
        <pc:chgData name="Dragan Javorac" userId="913c2858-fb97-4c6e-a42c-b1f1a16b225e" providerId="ADAL" clId="{A66CE524-1513-4CCF-AE3A-99864E3D643E}" dt="2023-10-09T14:37:44.103" v="466" actId="47"/>
        <pc:sldMkLst>
          <pc:docMk/>
          <pc:sldMk cId="1439648077" sldId="299"/>
        </pc:sldMkLst>
      </pc:sldChg>
      <pc:sldChg chg="delSp modSp add mod">
        <pc:chgData name="Dragan Javorac" userId="913c2858-fb97-4c6e-a42c-b1f1a16b225e" providerId="ADAL" clId="{A66CE524-1513-4CCF-AE3A-99864E3D643E}" dt="2023-10-09T14:24:13.167" v="204" actId="478"/>
        <pc:sldMkLst>
          <pc:docMk/>
          <pc:sldMk cId="1615776339" sldId="300"/>
        </pc:sldMkLst>
        <pc:spChg chg="mod">
          <ac:chgData name="Dragan Javorac" userId="913c2858-fb97-4c6e-a42c-b1f1a16b225e" providerId="ADAL" clId="{A66CE524-1513-4CCF-AE3A-99864E3D643E}" dt="2023-10-09T14:24:00.449" v="148" actId="20577"/>
          <ac:spMkLst>
            <pc:docMk/>
            <pc:sldMk cId="1615776339" sldId="300"/>
            <ac:spMk id="2" creationId="{59249F84-7683-7A1C-A158-E9E5BD087E59}"/>
          </ac:spMkLst>
        </pc:spChg>
        <pc:spChg chg="mod">
          <ac:chgData name="Dragan Javorac" userId="913c2858-fb97-4c6e-a42c-b1f1a16b225e" providerId="ADAL" clId="{A66CE524-1513-4CCF-AE3A-99864E3D643E}" dt="2023-10-09T14:24:11.015" v="203" actId="20577"/>
          <ac:spMkLst>
            <pc:docMk/>
            <pc:sldMk cId="1615776339" sldId="300"/>
            <ac:spMk id="3" creationId="{73F8797C-A226-7836-7AC1-7E1ADAA37B9C}"/>
          </ac:spMkLst>
        </pc:spChg>
        <pc:spChg chg="del">
          <ac:chgData name="Dragan Javorac" userId="913c2858-fb97-4c6e-a42c-b1f1a16b225e" providerId="ADAL" clId="{A66CE524-1513-4CCF-AE3A-99864E3D643E}" dt="2023-10-09T14:24:13.167" v="204" actId="478"/>
          <ac:spMkLst>
            <pc:docMk/>
            <pc:sldMk cId="1615776339" sldId="300"/>
            <ac:spMk id="4" creationId="{50A463E2-C440-479B-8D1B-DC466823FE98}"/>
          </ac:spMkLst>
        </pc:spChg>
      </pc:sldChg>
      <pc:sldChg chg="addSp delSp modSp add mod">
        <pc:chgData name="Dragan Javorac" userId="913c2858-fb97-4c6e-a42c-b1f1a16b225e" providerId="ADAL" clId="{A66CE524-1513-4CCF-AE3A-99864E3D643E}" dt="2023-10-09T14:41:36.031" v="600" actId="20577"/>
        <pc:sldMkLst>
          <pc:docMk/>
          <pc:sldMk cId="2740964328" sldId="301"/>
        </pc:sldMkLst>
        <pc:spChg chg="mod">
          <ac:chgData name="Dragan Javorac" userId="913c2858-fb97-4c6e-a42c-b1f1a16b225e" providerId="ADAL" clId="{A66CE524-1513-4CCF-AE3A-99864E3D643E}" dt="2023-10-09T14:40:30.707" v="530" actId="20577"/>
          <ac:spMkLst>
            <pc:docMk/>
            <pc:sldMk cId="2740964328" sldId="301"/>
            <ac:spMk id="3" creationId="{73F8797C-A226-7836-7AC1-7E1ADAA37B9C}"/>
          </ac:spMkLst>
        </pc:spChg>
        <pc:spChg chg="add mod">
          <ac:chgData name="Dragan Javorac" userId="913c2858-fb97-4c6e-a42c-b1f1a16b225e" providerId="ADAL" clId="{A66CE524-1513-4CCF-AE3A-99864E3D643E}" dt="2023-10-09T14:40:39.525" v="534" actId="14100"/>
          <ac:spMkLst>
            <pc:docMk/>
            <pc:sldMk cId="2740964328" sldId="301"/>
            <ac:spMk id="6" creationId="{F58B0014-006A-1597-C7D0-31A45C79970E}"/>
          </ac:spMkLst>
        </pc:spChg>
        <pc:spChg chg="add mod">
          <ac:chgData name="Dragan Javorac" userId="913c2858-fb97-4c6e-a42c-b1f1a16b225e" providerId="ADAL" clId="{A66CE524-1513-4CCF-AE3A-99864E3D643E}" dt="2023-10-09T14:41:36.031" v="600" actId="20577"/>
          <ac:spMkLst>
            <pc:docMk/>
            <pc:sldMk cId="2740964328" sldId="301"/>
            <ac:spMk id="7" creationId="{B3DC0FCE-5C8E-B6A6-D8DA-7F847E70363C}"/>
          </ac:spMkLst>
        </pc:spChg>
        <pc:picChg chg="add del mod">
          <ac:chgData name="Dragan Javorac" userId="913c2858-fb97-4c6e-a42c-b1f1a16b225e" providerId="ADAL" clId="{A66CE524-1513-4CCF-AE3A-99864E3D643E}" dt="2023-10-09T14:40:15.870" v="520" actId="478"/>
          <ac:picMkLst>
            <pc:docMk/>
            <pc:sldMk cId="2740964328" sldId="301"/>
            <ac:picMk id="5" creationId="{0058BB33-7B7E-B8F5-92F7-26804E5E19AE}"/>
          </ac:picMkLst>
        </pc:picChg>
        <pc:picChg chg="add mod ord">
          <ac:chgData name="Dragan Javorac" userId="913c2858-fb97-4c6e-a42c-b1f1a16b225e" providerId="ADAL" clId="{A66CE524-1513-4CCF-AE3A-99864E3D643E}" dt="2023-10-09T14:40:35.454" v="532" actId="14100"/>
          <ac:picMkLst>
            <pc:docMk/>
            <pc:sldMk cId="2740964328" sldId="301"/>
            <ac:picMk id="9" creationId="{651692CE-16FD-C4FD-28A6-BEE117B8835E}"/>
          </ac:picMkLst>
        </pc:picChg>
      </pc:sldChg>
      <pc:sldChg chg="addSp modSp add mod">
        <pc:chgData name="Dragan Javorac" userId="913c2858-fb97-4c6e-a42c-b1f1a16b225e" providerId="ADAL" clId="{A66CE524-1513-4CCF-AE3A-99864E3D643E}" dt="2023-10-09T14:29:53.124" v="364" actId="1076"/>
        <pc:sldMkLst>
          <pc:docMk/>
          <pc:sldMk cId="511261774" sldId="302"/>
        </pc:sldMkLst>
        <pc:spChg chg="mod">
          <ac:chgData name="Dragan Javorac" userId="913c2858-fb97-4c6e-a42c-b1f1a16b225e" providerId="ADAL" clId="{A66CE524-1513-4CCF-AE3A-99864E3D643E}" dt="2023-10-09T14:27:57.598" v="226" actId="20577"/>
          <ac:spMkLst>
            <pc:docMk/>
            <pc:sldMk cId="511261774" sldId="302"/>
            <ac:spMk id="2" creationId="{59249F84-7683-7A1C-A158-E9E5BD087E59}"/>
          </ac:spMkLst>
        </pc:spChg>
        <pc:spChg chg="mod">
          <ac:chgData name="Dragan Javorac" userId="913c2858-fb97-4c6e-a42c-b1f1a16b225e" providerId="ADAL" clId="{A66CE524-1513-4CCF-AE3A-99864E3D643E}" dt="2023-10-09T14:28:34.550" v="358" actId="20577"/>
          <ac:spMkLst>
            <pc:docMk/>
            <pc:sldMk cId="511261774" sldId="302"/>
            <ac:spMk id="3" creationId="{73F8797C-A226-7836-7AC1-7E1ADAA37B9C}"/>
          </ac:spMkLst>
        </pc:spChg>
        <pc:picChg chg="add mod modCrop">
          <ac:chgData name="Dragan Javorac" userId="913c2858-fb97-4c6e-a42c-b1f1a16b225e" providerId="ADAL" clId="{A66CE524-1513-4CCF-AE3A-99864E3D643E}" dt="2023-10-09T14:29:53.124" v="364" actId="1076"/>
          <ac:picMkLst>
            <pc:docMk/>
            <pc:sldMk cId="511261774" sldId="302"/>
            <ac:picMk id="5" creationId="{6819BEE0-4A0F-1C90-3D50-181B489F8475}"/>
          </ac:picMkLst>
        </pc:picChg>
      </pc:sldChg>
      <pc:sldChg chg="addSp delSp modSp add mod">
        <pc:chgData name="Dragan Javorac" userId="913c2858-fb97-4c6e-a42c-b1f1a16b225e" providerId="ADAL" clId="{A66CE524-1513-4CCF-AE3A-99864E3D643E}" dt="2023-10-09T14:37:19.384" v="460" actId="1076"/>
        <pc:sldMkLst>
          <pc:docMk/>
          <pc:sldMk cId="3592422952" sldId="303"/>
        </pc:sldMkLst>
        <pc:spChg chg="mod">
          <ac:chgData name="Dragan Javorac" userId="913c2858-fb97-4c6e-a42c-b1f1a16b225e" providerId="ADAL" clId="{A66CE524-1513-4CCF-AE3A-99864E3D643E}" dt="2023-10-09T14:35:55.557" v="377" actId="20577"/>
          <ac:spMkLst>
            <pc:docMk/>
            <pc:sldMk cId="3592422952" sldId="303"/>
            <ac:spMk id="2" creationId="{59249F84-7683-7A1C-A158-E9E5BD087E59}"/>
          </ac:spMkLst>
        </pc:spChg>
        <pc:spChg chg="mod">
          <ac:chgData name="Dragan Javorac" userId="913c2858-fb97-4c6e-a42c-b1f1a16b225e" providerId="ADAL" clId="{A66CE524-1513-4CCF-AE3A-99864E3D643E}" dt="2023-10-09T14:37:03.236" v="454" actId="14100"/>
          <ac:spMkLst>
            <pc:docMk/>
            <pc:sldMk cId="3592422952" sldId="303"/>
            <ac:spMk id="3" creationId="{73F8797C-A226-7836-7AC1-7E1ADAA37B9C}"/>
          </ac:spMkLst>
        </pc:spChg>
        <pc:picChg chg="del">
          <ac:chgData name="Dragan Javorac" userId="913c2858-fb97-4c6e-a42c-b1f1a16b225e" providerId="ADAL" clId="{A66CE524-1513-4CCF-AE3A-99864E3D643E}" dt="2023-10-09T14:35:57.192" v="378" actId="478"/>
          <ac:picMkLst>
            <pc:docMk/>
            <pc:sldMk cId="3592422952" sldId="303"/>
            <ac:picMk id="5" creationId="{6819BEE0-4A0F-1C90-3D50-181B489F8475}"/>
          </ac:picMkLst>
        </pc:picChg>
        <pc:picChg chg="add mod modCrop">
          <ac:chgData name="Dragan Javorac" userId="913c2858-fb97-4c6e-a42c-b1f1a16b225e" providerId="ADAL" clId="{A66CE524-1513-4CCF-AE3A-99864E3D643E}" dt="2023-10-09T14:37:19.384" v="460" actId="1076"/>
          <ac:picMkLst>
            <pc:docMk/>
            <pc:sldMk cId="3592422952" sldId="303"/>
            <ac:picMk id="6" creationId="{DF1428F7-E341-22EC-0FFC-CAD57AE9C9CF}"/>
          </ac:picMkLst>
        </pc:picChg>
        <pc:picChg chg="add mod">
          <ac:chgData name="Dragan Javorac" userId="913c2858-fb97-4c6e-a42c-b1f1a16b225e" providerId="ADAL" clId="{A66CE524-1513-4CCF-AE3A-99864E3D643E}" dt="2023-10-09T14:37:10.744" v="458" actId="1076"/>
          <ac:picMkLst>
            <pc:docMk/>
            <pc:sldMk cId="3592422952" sldId="303"/>
            <ac:picMk id="8" creationId="{1526B08D-53B7-899F-4C61-86A7C3A656CE}"/>
          </ac:picMkLst>
        </pc:picChg>
        <pc:picChg chg="add del mod">
          <ac:chgData name="Dragan Javorac" userId="913c2858-fb97-4c6e-a42c-b1f1a16b225e" providerId="ADAL" clId="{A66CE524-1513-4CCF-AE3A-99864E3D643E}" dt="2023-10-09T14:36:46.487" v="441" actId="478"/>
          <ac:picMkLst>
            <pc:docMk/>
            <pc:sldMk cId="3592422952" sldId="303"/>
            <ac:picMk id="10" creationId="{C6387731-886B-C964-4899-3F97B2DB0D27}"/>
          </ac:picMkLst>
        </pc:picChg>
        <pc:picChg chg="add del">
          <ac:chgData name="Dragan Javorac" userId="913c2858-fb97-4c6e-a42c-b1f1a16b225e" providerId="ADAL" clId="{A66CE524-1513-4CCF-AE3A-99864E3D643E}" dt="2023-10-09T14:36:45.523" v="440" actId="478"/>
          <ac:picMkLst>
            <pc:docMk/>
            <pc:sldMk cId="3592422952" sldId="303"/>
            <ac:picMk id="12" creationId="{3C28BAB1-6AB5-BD16-2E92-FA49C3908836}"/>
          </ac:picMkLst>
        </pc:picChg>
        <pc:picChg chg="add mod">
          <ac:chgData name="Dragan Javorac" userId="913c2858-fb97-4c6e-a42c-b1f1a16b225e" providerId="ADAL" clId="{A66CE524-1513-4CCF-AE3A-99864E3D643E}" dt="2023-10-09T14:37:08.964" v="457" actId="1076"/>
          <ac:picMkLst>
            <pc:docMk/>
            <pc:sldMk cId="3592422952" sldId="303"/>
            <ac:picMk id="14" creationId="{274B8ED7-C065-E8E2-76C4-71B39EF0079A}"/>
          </ac:picMkLst>
        </pc:picChg>
      </pc:sldChg>
      <pc:sldChg chg="delSp modSp add mod">
        <pc:chgData name="Dragan Javorac" userId="913c2858-fb97-4c6e-a42c-b1f1a16b225e" providerId="ADAL" clId="{A66CE524-1513-4CCF-AE3A-99864E3D643E}" dt="2023-10-09T14:36:43.420" v="439" actId="14100"/>
        <pc:sldMkLst>
          <pc:docMk/>
          <pc:sldMk cId="1827646002" sldId="304"/>
        </pc:sldMkLst>
        <pc:spChg chg="mod">
          <ac:chgData name="Dragan Javorac" userId="913c2858-fb97-4c6e-a42c-b1f1a16b225e" providerId="ADAL" clId="{A66CE524-1513-4CCF-AE3A-99864E3D643E}" dt="2023-10-09T14:36:34.992" v="434" actId="20577"/>
          <ac:spMkLst>
            <pc:docMk/>
            <pc:sldMk cId="1827646002" sldId="304"/>
            <ac:spMk id="3" creationId="{73F8797C-A226-7836-7AC1-7E1ADAA37B9C}"/>
          </ac:spMkLst>
        </pc:spChg>
        <pc:picChg chg="del">
          <ac:chgData name="Dragan Javorac" userId="913c2858-fb97-4c6e-a42c-b1f1a16b225e" providerId="ADAL" clId="{A66CE524-1513-4CCF-AE3A-99864E3D643E}" dt="2023-10-09T14:36:26.687" v="421" actId="478"/>
          <ac:picMkLst>
            <pc:docMk/>
            <pc:sldMk cId="1827646002" sldId="304"/>
            <ac:picMk id="6" creationId="{DF1428F7-E341-22EC-0FFC-CAD57AE9C9CF}"/>
          </ac:picMkLst>
        </pc:picChg>
        <pc:picChg chg="del">
          <ac:chgData name="Dragan Javorac" userId="913c2858-fb97-4c6e-a42c-b1f1a16b225e" providerId="ADAL" clId="{A66CE524-1513-4CCF-AE3A-99864E3D643E}" dt="2023-10-09T14:36:28.759" v="422" actId="478"/>
          <ac:picMkLst>
            <pc:docMk/>
            <pc:sldMk cId="1827646002" sldId="304"/>
            <ac:picMk id="8" creationId="{1526B08D-53B7-899F-4C61-86A7C3A656CE}"/>
          </ac:picMkLst>
        </pc:picChg>
        <pc:picChg chg="mod">
          <ac:chgData name="Dragan Javorac" userId="913c2858-fb97-4c6e-a42c-b1f1a16b225e" providerId="ADAL" clId="{A66CE524-1513-4CCF-AE3A-99864E3D643E}" dt="2023-10-09T14:36:38.320" v="436" actId="14100"/>
          <ac:picMkLst>
            <pc:docMk/>
            <pc:sldMk cId="1827646002" sldId="304"/>
            <ac:picMk id="10" creationId="{C6387731-886B-C964-4899-3F97B2DB0D27}"/>
          </ac:picMkLst>
        </pc:picChg>
        <pc:picChg chg="mod">
          <ac:chgData name="Dragan Javorac" userId="913c2858-fb97-4c6e-a42c-b1f1a16b225e" providerId="ADAL" clId="{A66CE524-1513-4CCF-AE3A-99864E3D643E}" dt="2023-10-09T14:36:43.420" v="439" actId="14100"/>
          <ac:picMkLst>
            <pc:docMk/>
            <pc:sldMk cId="1827646002" sldId="304"/>
            <ac:picMk id="12" creationId="{3C28BAB1-6AB5-BD16-2E92-FA49C3908836}"/>
          </ac:picMkLst>
        </pc:picChg>
        <pc:picChg chg="del">
          <ac:chgData name="Dragan Javorac" userId="913c2858-fb97-4c6e-a42c-b1f1a16b225e" providerId="ADAL" clId="{A66CE524-1513-4CCF-AE3A-99864E3D643E}" dt="2023-10-09T14:36:30.271" v="423" actId="478"/>
          <ac:picMkLst>
            <pc:docMk/>
            <pc:sldMk cId="1827646002" sldId="304"/>
            <ac:picMk id="14" creationId="{274B8ED7-C065-E8E2-76C4-71B39EF0079A}"/>
          </ac:picMkLst>
        </pc:picChg>
      </pc:sldChg>
      <pc:sldChg chg="addSp delSp modSp add mod">
        <pc:chgData name="Dragan Javorac" userId="913c2858-fb97-4c6e-a42c-b1f1a16b225e" providerId="ADAL" clId="{A66CE524-1513-4CCF-AE3A-99864E3D643E}" dt="2023-10-09T14:42:42.666" v="757" actId="20577"/>
        <pc:sldMkLst>
          <pc:docMk/>
          <pc:sldMk cId="3177317804" sldId="305"/>
        </pc:sldMkLst>
        <pc:spChg chg="mod">
          <ac:chgData name="Dragan Javorac" userId="913c2858-fb97-4c6e-a42c-b1f1a16b225e" providerId="ADAL" clId="{A66CE524-1513-4CCF-AE3A-99864E3D643E}" dt="2023-10-09T14:42:42.666" v="757" actId="20577"/>
          <ac:spMkLst>
            <pc:docMk/>
            <pc:sldMk cId="3177317804" sldId="305"/>
            <ac:spMk id="2" creationId="{59249F84-7683-7A1C-A158-E9E5BD087E59}"/>
          </ac:spMkLst>
        </pc:spChg>
        <pc:spChg chg="mod">
          <ac:chgData name="Dragan Javorac" userId="913c2858-fb97-4c6e-a42c-b1f1a16b225e" providerId="ADAL" clId="{A66CE524-1513-4CCF-AE3A-99864E3D643E}" dt="2023-10-09T14:42:37.196" v="745" actId="20577"/>
          <ac:spMkLst>
            <pc:docMk/>
            <pc:sldMk cId="3177317804" sldId="305"/>
            <ac:spMk id="3" creationId="{73F8797C-A226-7836-7AC1-7E1ADAA37B9C}"/>
          </ac:spMkLst>
        </pc:spChg>
        <pc:spChg chg="del">
          <ac:chgData name="Dragan Javorac" userId="913c2858-fb97-4c6e-a42c-b1f1a16b225e" providerId="ADAL" clId="{A66CE524-1513-4CCF-AE3A-99864E3D643E}" dt="2023-10-09T14:41:46.133" v="604" actId="478"/>
          <ac:spMkLst>
            <pc:docMk/>
            <pc:sldMk cId="3177317804" sldId="305"/>
            <ac:spMk id="6" creationId="{F58B0014-006A-1597-C7D0-31A45C79970E}"/>
          </ac:spMkLst>
        </pc:spChg>
        <pc:spChg chg="del mod">
          <ac:chgData name="Dragan Javorac" userId="913c2858-fb97-4c6e-a42c-b1f1a16b225e" providerId="ADAL" clId="{A66CE524-1513-4CCF-AE3A-99864E3D643E}" dt="2023-10-09T14:41:44.597" v="603" actId="478"/>
          <ac:spMkLst>
            <pc:docMk/>
            <pc:sldMk cId="3177317804" sldId="305"/>
            <ac:spMk id="7" creationId="{B3DC0FCE-5C8E-B6A6-D8DA-7F847E70363C}"/>
          </ac:spMkLst>
        </pc:spChg>
        <pc:picChg chg="add mod ord">
          <ac:chgData name="Dragan Javorac" userId="913c2858-fb97-4c6e-a42c-b1f1a16b225e" providerId="ADAL" clId="{A66CE524-1513-4CCF-AE3A-99864E3D643E}" dt="2023-10-09T14:41:40.176" v="601" actId="167"/>
          <ac:picMkLst>
            <pc:docMk/>
            <pc:sldMk cId="3177317804" sldId="305"/>
            <ac:picMk id="5" creationId="{7FC3B73C-2FE7-03C9-41E6-7463CC3C916F}"/>
          </ac:picMkLst>
        </pc:picChg>
        <pc:picChg chg="del">
          <ac:chgData name="Dragan Javorac" userId="913c2858-fb97-4c6e-a42c-b1f1a16b225e" providerId="ADAL" clId="{A66CE524-1513-4CCF-AE3A-99864E3D643E}" dt="2023-10-09T14:41:21.047" v="568" actId="478"/>
          <ac:picMkLst>
            <pc:docMk/>
            <pc:sldMk cId="3177317804" sldId="305"/>
            <ac:picMk id="9" creationId="{651692CE-16FD-C4FD-28A6-BEE117B8835E}"/>
          </ac:picMkLst>
        </pc:picChg>
      </pc:sldChg>
    </pc:docChg>
  </pc:docChgLst>
  <pc:docChgLst>
    <pc:chgData name="Dragan Javorac" userId="913c2858-fb97-4c6e-a42c-b1f1a16b225e" providerId="ADAL" clId="{33466E15-08FC-466B-8230-EFF3A5FC0BB4}"/>
    <pc:docChg chg="custSel addSld delSld modSld sldOrd">
      <pc:chgData name="Dragan Javorac" userId="913c2858-fb97-4c6e-a42c-b1f1a16b225e" providerId="ADAL" clId="{33466E15-08FC-466B-8230-EFF3A5FC0BB4}" dt="2023-09-07T08:00:55.367" v="834"/>
      <pc:docMkLst>
        <pc:docMk/>
      </pc:docMkLst>
      <pc:sldChg chg="modSp mod">
        <pc:chgData name="Dragan Javorac" userId="913c2858-fb97-4c6e-a42c-b1f1a16b225e" providerId="ADAL" clId="{33466E15-08FC-466B-8230-EFF3A5FC0BB4}" dt="2023-09-07T07:49:50.925" v="5" actId="5793"/>
        <pc:sldMkLst>
          <pc:docMk/>
          <pc:sldMk cId="3811378203" sldId="256"/>
        </pc:sldMkLst>
        <pc:spChg chg="mod">
          <ac:chgData name="Dragan Javorac" userId="913c2858-fb97-4c6e-a42c-b1f1a16b225e" providerId="ADAL" clId="{33466E15-08FC-466B-8230-EFF3A5FC0BB4}" dt="2023-09-07T07:49:50.925" v="5" actId="5793"/>
          <ac:spMkLst>
            <pc:docMk/>
            <pc:sldMk cId="3811378203" sldId="256"/>
            <ac:spMk id="3" creationId="{414EDD6F-592F-340B-435C-61829CBE0859}"/>
          </ac:spMkLst>
        </pc:spChg>
      </pc:sldChg>
      <pc:sldChg chg="del">
        <pc:chgData name="Dragan Javorac" userId="913c2858-fb97-4c6e-a42c-b1f1a16b225e" providerId="ADAL" clId="{33466E15-08FC-466B-8230-EFF3A5FC0BB4}" dt="2023-09-07T07:49:56.221" v="6" actId="47"/>
        <pc:sldMkLst>
          <pc:docMk/>
          <pc:sldMk cId="3300743470" sldId="257"/>
        </pc:sldMkLst>
      </pc:sldChg>
      <pc:sldChg chg="modSp mod">
        <pc:chgData name="Dragan Javorac" userId="913c2858-fb97-4c6e-a42c-b1f1a16b225e" providerId="ADAL" clId="{33466E15-08FC-466B-8230-EFF3A5FC0BB4}" dt="2023-09-07T07:50:52.803" v="195" actId="20577"/>
        <pc:sldMkLst>
          <pc:docMk/>
          <pc:sldMk cId="1670845898" sldId="259"/>
        </pc:sldMkLst>
        <pc:spChg chg="mod">
          <ac:chgData name="Dragan Javorac" userId="913c2858-fb97-4c6e-a42c-b1f1a16b225e" providerId="ADAL" clId="{33466E15-08FC-466B-8230-EFF3A5FC0BB4}" dt="2023-09-07T07:50:52.803" v="195" actId="20577"/>
          <ac:spMkLst>
            <pc:docMk/>
            <pc:sldMk cId="1670845898" sldId="259"/>
            <ac:spMk id="2" creationId="{59249F84-7683-7A1C-A158-E9E5BD087E59}"/>
          </ac:spMkLst>
        </pc:spChg>
      </pc:sldChg>
      <pc:sldChg chg="del">
        <pc:chgData name="Dragan Javorac" userId="913c2858-fb97-4c6e-a42c-b1f1a16b225e" providerId="ADAL" clId="{33466E15-08FC-466B-8230-EFF3A5FC0BB4}" dt="2023-09-07T07:57:59.011" v="702" actId="47"/>
        <pc:sldMkLst>
          <pc:docMk/>
          <pc:sldMk cId="3583996413" sldId="265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648467783" sldId="266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071724299" sldId="267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545876471" sldId="268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75344560" sldId="269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509393653" sldId="270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812396322" sldId="271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371956023" sldId="273"/>
        </pc:sldMkLst>
      </pc:sldChg>
      <pc:sldChg chg="modSp mod">
        <pc:chgData name="Dragan Javorac" userId="913c2858-fb97-4c6e-a42c-b1f1a16b225e" providerId="ADAL" clId="{33466E15-08FC-466B-8230-EFF3A5FC0BB4}" dt="2023-09-07T07:50:27.616" v="144" actId="20577"/>
        <pc:sldMkLst>
          <pc:docMk/>
          <pc:sldMk cId="2279458216" sldId="274"/>
        </pc:sldMkLst>
        <pc:spChg chg="mod">
          <ac:chgData name="Dragan Javorac" userId="913c2858-fb97-4c6e-a42c-b1f1a16b225e" providerId="ADAL" clId="{33466E15-08FC-466B-8230-EFF3A5FC0BB4}" dt="2023-09-07T07:50:04.587" v="40" actId="20577"/>
          <ac:spMkLst>
            <pc:docMk/>
            <pc:sldMk cId="2279458216" sldId="274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0:27.616" v="144" actId="20577"/>
          <ac:spMkLst>
            <pc:docMk/>
            <pc:sldMk cId="2279458216" sldId="274"/>
            <ac:spMk id="3" creationId="{73F8797C-A226-7836-7AC1-7E1ADAA37B9C}"/>
          </ac:spMkLst>
        </pc:spChg>
      </pc:sldChg>
      <pc:sldChg chg="del">
        <pc:chgData name="Dragan Javorac" userId="913c2858-fb97-4c6e-a42c-b1f1a16b225e" providerId="ADAL" clId="{33466E15-08FC-466B-8230-EFF3A5FC0BB4}" dt="2023-09-07T07:57:52.645" v="701" actId="47"/>
        <pc:sldMkLst>
          <pc:docMk/>
          <pc:sldMk cId="879271340" sldId="275"/>
        </pc:sldMkLst>
      </pc:sldChg>
      <pc:sldChg chg="addSp modSp add mod">
        <pc:chgData name="Dragan Javorac" userId="913c2858-fb97-4c6e-a42c-b1f1a16b225e" providerId="ADAL" clId="{33466E15-08FC-466B-8230-EFF3A5FC0BB4}" dt="2023-09-07T07:51:59.765" v="267" actId="14100"/>
        <pc:sldMkLst>
          <pc:docMk/>
          <pc:sldMk cId="21291384" sldId="276"/>
        </pc:sldMkLst>
        <pc:spChg chg="mod">
          <ac:chgData name="Dragan Javorac" userId="913c2858-fb97-4c6e-a42c-b1f1a16b225e" providerId="ADAL" clId="{33466E15-08FC-466B-8230-EFF3A5FC0BB4}" dt="2023-09-07T07:51:31.735" v="221" actId="20577"/>
          <ac:spMkLst>
            <pc:docMk/>
            <pc:sldMk cId="21291384" sldId="276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1:42.975" v="263" actId="20577"/>
          <ac:spMkLst>
            <pc:docMk/>
            <pc:sldMk cId="21291384" sldId="276"/>
            <ac:spMk id="3" creationId="{73F8797C-A226-7836-7AC1-7E1ADAA37B9C}"/>
          </ac:spMkLst>
        </pc:spChg>
        <pc:spChg chg="add mod">
          <ac:chgData name="Dragan Javorac" userId="913c2858-fb97-4c6e-a42c-b1f1a16b225e" providerId="ADAL" clId="{33466E15-08FC-466B-8230-EFF3A5FC0BB4}" dt="2023-09-07T07:51:59.765" v="267" actId="14100"/>
          <ac:spMkLst>
            <pc:docMk/>
            <pc:sldMk cId="21291384" sldId="276"/>
            <ac:spMk id="6" creationId="{FFBE3694-C26D-D75D-9490-63BF5ADABEF4}"/>
          </ac:spMkLst>
        </pc:spChg>
        <pc:picChg chg="add mod">
          <ac:chgData name="Dragan Javorac" userId="913c2858-fb97-4c6e-a42c-b1f1a16b225e" providerId="ADAL" clId="{33466E15-08FC-466B-8230-EFF3A5FC0BB4}" dt="2023-09-07T07:51:45.095" v="264" actId="1076"/>
          <ac:picMkLst>
            <pc:docMk/>
            <pc:sldMk cId="21291384" sldId="276"/>
            <ac:picMk id="5" creationId="{97E562C3-BB72-4528-1F61-6B8C6D3F7693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2:52.564" v="376" actId="1076"/>
        <pc:sldMkLst>
          <pc:docMk/>
          <pc:sldMk cId="1375162483" sldId="277"/>
        </pc:sldMkLst>
        <pc:spChg chg="mod">
          <ac:chgData name="Dragan Javorac" userId="913c2858-fb97-4c6e-a42c-b1f1a16b225e" providerId="ADAL" clId="{33466E15-08FC-466B-8230-EFF3A5FC0BB4}" dt="2023-09-07T07:52:49.594" v="374" actId="20577"/>
          <ac:spMkLst>
            <pc:docMk/>
            <pc:sldMk cId="1375162483" sldId="277"/>
            <ac:spMk id="3" creationId="{73F8797C-A226-7836-7AC1-7E1ADAA37B9C}"/>
          </ac:spMkLst>
        </pc:spChg>
        <pc:spChg chg="del">
          <ac:chgData name="Dragan Javorac" userId="913c2858-fb97-4c6e-a42c-b1f1a16b225e" providerId="ADAL" clId="{33466E15-08FC-466B-8230-EFF3A5FC0BB4}" dt="2023-09-07T07:52:18.845" v="272" actId="478"/>
          <ac:spMkLst>
            <pc:docMk/>
            <pc:sldMk cId="1375162483" sldId="277"/>
            <ac:spMk id="6" creationId="{FFBE3694-C26D-D75D-9490-63BF5ADABEF4}"/>
          </ac:spMkLst>
        </pc:spChg>
        <pc:picChg chg="del">
          <ac:chgData name="Dragan Javorac" userId="913c2858-fb97-4c6e-a42c-b1f1a16b225e" providerId="ADAL" clId="{33466E15-08FC-466B-8230-EFF3A5FC0BB4}" dt="2023-09-07T07:52:16.624" v="270" actId="478"/>
          <ac:picMkLst>
            <pc:docMk/>
            <pc:sldMk cId="1375162483" sldId="277"/>
            <ac:picMk id="5" creationId="{97E562C3-BB72-4528-1F61-6B8C6D3F7693}"/>
          </ac:picMkLst>
        </pc:picChg>
        <pc:picChg chg="add mod">
          <ac:chgData name="Dragan Javorac" userId="913c2858-fb97-4c6e-a42c-b1f1a16b225e" providerId="ADAL" clId="{33466E15-08FC-466B-8230-EFF3A5FC0BB4}" dt="2023-09-07T07:52:52.564" v="376" actId="1076"/>
          <ac:picMkLst>
            <pc:docMk/>
            <pc:sldMk cId="1375162483" sldId="277"/>
            <ac:picMk id="7" creationId="{FAE9BDB9-C176-C7B0-63B7-4DEE68036A40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5:19.012" v="404" actId="1076"/>
        <pc:sldMkLst>
          <pc:docMk/>
          <pc:sldMk cId="2613013851" sldId="278"/>
        </pc:sldMkLst>
        <pc:picChg chg="add mod">
          <ac:chgData name="Dragan Javorac" userId="913c2858-fb97-4c6e-a42c-b1f1a16b225e" providerId="ADAL" clId="{33466E15-08FC-466B-8230-EFF3A5FC0BB4}" dt="2023-09-07T07:55:19.012" v="404" actId="1076"/>
          <ac:picMkLst>
            <pc:docMk/>
            <pc:sldMk cId="2613013851" sldId="278"/>
            <ac:picMk id="5" creationId="{1B823E0D-8269-C2CC-97EA-11DA4183A5F5}"/>
          </ac:picMkLst>
        </pc:picChg>
        <pc:picChg chg="del mod">
          <ac:chgData name="Dragan Javorac" userId="913c2858-fb97-4c6e-a42c-b1f1a16b225e" providerId="ADAL" clId="{33466E15-08FC-466B-8230-EFF3A5FC0BB4}" dt="2023-09-07T07:55:15.962" v="401" actId="478"/>
          <ac:picMkLst>
            <pc:docMk/>
            <pc:sldMk cId="2613013851" sldId="278"/>
            <ac:picMk id="7" creationId="{FAE9BDB9-C176-C7B0-63B7-4DEE68036A40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3:42.933" v="391" actId="1076"/>
        <pc:sldMkLst>
          <pc:docMk/>
          <pc:sldMk cId="1160278698" sldId="279"/>
        </pc:sldMkLst>
        <pc:spChg chg="mod">
          <ac:chgData name="Dragan Javorac" userId="913c2858-fb97-4c6e-a42c-b1f1a16b225e" providerId="ADAL" clId="{33466E15-08FC-466B-8230-EFF3A5FC0BB4}" dt="2023-09-07T07:53:36.024" v="389" actId="20577"/>
          <ac:spMkLst>
            <pc:docMk/>
            <pc:sldMk cId="1160278698" sldId="279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3:41.208" v="390" actId="20577"/>
          <ac:spMkLst>
            <pc:docMk/>
            <pc:sldMk cId="1160278698" sldId="279"/>
            <ac:spMk id="3" creationId="{73F8797C-A226-7836-7AC1-7E1ADAA37B9C}"/>
          </ac:spMkLst>
        </pc:spChg>
        <pc:picChg chg="add mod">
          <ac:chgData name="Dragan Javorac" userId="913c2858-fb97-4c6e-a42c-b1f1a16b225e" providerId="ADAL" clId="{33466E15-08FC-466B-8230-EFF3A5FC0BB4}" dt="2023-09-07T07:53:42.933" v="391" actId="1076"/>
          <ac:picMkLst>
            <pc:docMk/>
            <pc:sldMk cId="1160278698" sldId="279"/>
            <ac:picMk id="5" creationId="{8B6131EC-5CCB-42AA-7579-B633F60FD7EF}"/>
          </ac:picMkLst>
        </pc:picChg>
        <pc:picChg chg="del">
          <ac:chgData name="Dragan Javorac" userId="913c2858-fb97-4c6e-a42c-b1f1a16b225e" providerId="ADAL" clId="{33466E15-08FC-466B-8230-EFF3A5FC0BB4}" dt="2023-09-07T07:53:29.323" v="379" actId="478"/>
          <ac:picMkLst>
            <pc:docMk/>
            <pc:sldMk cId="1160278698" sldId="279"/>
            <ac:picMk id="7" creationId="{FAE9BDB9-C176-C7B0-63B7-4DEE68036A40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6:22.971" v="559" actId="1076"/>
        <pc:sldMkLst>
          <pc:docMk/>
          <pc:sldMk cId="2970924722" sldId="280"/>
        </pc:sldMkLst>
        <pc:spChg chg="mod">
          <ac:chgData name="Dragan Javorac" userId="913c2858-fb97-4c6e-a42c-b1f1a16b225e" providerId="ADAL" clId="{33466E15-08FC-466B-8230-EFF3A5FC0BB4}" dt="2023-09-07T07:55:28.372" v="420" actId="20577"/>
          <ac:spMkLst>
            <pc:docMk/>
            <pc:sldMk cId="2970924722" sldId="280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6:18.411" v="557" actId="20577"/>
          <ac:spMkLst>
            <pc:docMk/>
            <pc:sldMk cId="2970924722" sldId="280"/>
            <ac:spMk id="3" creationId="{73F8797C-A226-7836-7AC1-7E1ADAA37B9C}"/>
          </ac:spMkLst>
        </pc:spChg>
        <pc:picChg chg="del">
          <ac:chgData name="Dragan Javorac" userId="913c2858-fb97-4c6e-a42c-b1f1a16b225e" providerId="ADAL" clId="{33466E15-08FC-466B-8230-EFF3A5FC0BB4}" dt="2023-09-07T07:54:06.143" v="394" actId="478"/>
          <ac:picMkLst>
            <pc:docMk/>
            <pc:sldMk cId="2970924722" sldId="280"/>
            <ac:picMk id="5" creationId="{8B6131EC-5CCB-42AA-7579-B633F60FD7EF}"/>
          </ac:picMkLst>
        </pc:picChg>
        <pc:picChg chg="add del">
          <ac:chgData name="Dragan Javorac" userId="913c2858-fb97-4c6e-a42c-b1f1a16b225e" providerId="ADAL" clId="{33466E15-08FC-466B-8230-EFF3A5FC0BB4}" dt="2023-09-07T07:54:45.813" v="395" actId="478"/>
          <ac:picMkLst>
            <pc:docMk/>
            <pc:sldMk cId="2970924722" sldId="280"/>
            <ac:picMk id="6" creationId="{D0901801-B727-1D02-CE09-2943B5AEC14D}"/>
          </ac:picMkLst>
        </pc:picChg>
        <pc:picChg chg="add mod">
          <ac:chgData name="Dragan Javorac" userId="913c2858-fb97-4c6e-a42c-b1f1a16b225e" providerId="ADAL" clId="{33466E15-08FC-466B-8230-EFF3A5FC0BB4}" dt="2023-09-07T07:56:22.971" v="559" actId="1076"/>
          <ac:picMkLst>
            <pc:docMk/>
            <pc:sldMk cId="2970924722" sldId="280"/>
            <ac:picMk id="8" creationId="{A46B0516-F557-F0CB-A029-DE6C477C0BB3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7:49.560" v="700" actId="1076"/>
        <pc:sldMkLst>
          <pc:docMk/>
          <pc:sldMk cId="3451708679" sldId="281"/>
        </pc:sldMkLst>
        <pc:spChg chg="mod">
          <ac:chgData name="Dragan Javorac" userId="913c2858-fb97-4c6e-a42c-b1f1a16b225e" providerId="ADAL" clId="{33466E15-08FC-466B-8230-EFF3A5FC0BB4}" dt="2023-09-07T07:55:54.763" v="453" actId="20577"/>
          <ac:spMkLst>
            <pc:docMk/>
            <pc:sldMk cId="3451708679" sldId="281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7:36.700" v="696" actId="20577"/>
          <ac:spMkLst>
            <pc:docMk/>
            <pc:sldMk cId="3451708679" sldId="281"/>
            <ac:spMk id="3" creationId="{73F8797C-A226-7836-7AC1-7E1ADAA37B9C}"/>
          </ac:spMkLst>
        </pc:spChg>
        <pc:spChg chg="add mod">
          <ac:chgData name="Dragan Javorac" userId="913c2858-fb97-4c6e-a42c-b1f1a16b225e" providerId="ADAL" clId="{33466E15-08FC-466B-8230-EFF3A5FC0BB4}" dt="2023-09-07T07:57:49.560" v="700" actId="1076"/>
          <ac:spMkLst>
            <pc:docMk/>
            <pc:sldMk cId="3451708679" sldId="281"/>
            <ac:spMk id="6" creationId="{E6D59341-7BA6-C914-7E7A-D4EED6FA4F90}"/>
          </ac:spMkLst>
        </pc:spChg>
        <pc:picChg chg="add mod">
          <ac:chgData name="Dragan Javorac" userId="913c2858-fb97-4c6e-a42c-b1f1a16b225e" providerId="ADAL" clId="{33466E15-08FC-466B-8230-EFF3A5FC0BB4}" dt="2023-09-07T07:57:42.850" v="698" actId="1076"/>
          <ac:picMkLst>
            <pc:docMk/>
            <pc:sldMk cId="3451708679" sldId="281"/>
            <ac:picMk id="5" creationId="{637BE710-EA6B-9BBD-102C-B0705B3354BE}"/>
          </ac:picMkLst>
        </pc:picChg>
        <pc:picChg chg="del mod">
          <ac:chgData name="Dragan Javorac" userId="913c2858-fb97-4c6e-a42c-b1f1a16b225e" providerId="ADAL" clId="{33466E15-08FC-466B-8230-EFF3A5FC0BB4}" dt="2023-09-07T07:56:56.951" v="561" actId="478"/>
          <ac:picMkLst>
            <pc:docMk/>
            <pc:sldMk cId="3451708679" sldId="281"/>
            <ac:picMk id="8" creationId="{A46B0516-F557-F0CB-A029-DE6C477C0BB3}"/>
          </ac:picMkLst>
        </pc:picChg>
      </pc:sldChg>
      <pc:sldChg chg="delSp modSp add mod ord">
        <pc:chgData name="Dragan Javorac" userId="913c2858-fb97-4c6e-a42c-b1f1a16b225e" providerId="ADAL" clId="{33466E15-08FC-466B-8230-EFF3A5FC0BB4}" dt="2023-09-07T08:00:55.367" v="834"/>
        <pc:sldMkLst>
          <pc:docMk/>
          <pc:sldMk cId="763588422" sldId="282"/>
        </pc:sldMkLst>
        <pc:spChg chg="mod">
          <ac:chgData name="Dragan Javorac" userId="913c2858-fb97-4c6e-a42c-b1f1a16b225e" providerId="ADAL" clId="{33466E15-08FC-466B-8230-EFF3A5FC0BB4}" dt="2023-09-07T08:00:18.788" v="707" actId="20577"/>
          <ac:spMkLst>
            <pc:docMk/>
            <pc:sldMk cId="763588422" sldId="282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8:00:51.477" v="832" actId="20577"/>
          <ac:spMkLst>
            <pc:docMk/>
            <pc:sldMk cId="763588422" sldId="282"/>
            <ac:spMk id="3" creationId="{73F8797C-A226-7836-7AC1-7E1ADAA37B9C}"/>
          </ac:spMkLst>
        </pc:spChg>
        <pc:spChg chg="del">
          <ac:chgData name="Dragan Javorac" userId="913c2858-fb97-4c6e-a42c-b1f1a16b225e" providerId="ADAL" clId="{33466E15-08FC-466B-8230-EFF3A5FC0BB4}" dt="2023-09-07T08:00:22.017" v="709" actId="478"/>
          <ac:spMkLst>
            <pc:docMk/>
            <pc:sldMk cId="763588422" sldId="282"/>
            <ac:spMk id="6" creationId="{FFBE3694-C26D-D75D-9490-63BF5ADABEF4}"/>
          </ac:spMkLst>
        </pc:spChg>
        <pc:picChg chg="del">
          <ac:chgData name="Dragan Javorac" userId="913c2858-fb97-4c6e-a42c-b1f1a16b225e" providerId="ADAL" clId="{33466E15-08FC-466B-8230-EFF3A5FC0BB4}" dt="2023-09-07T08:00:21.637" v="708" actId="478"/>
          <ac:picMkLst>
            <pc:docMk/>
            <pc:sldMk cId="763588422" sldId="282"/>
            <ac:picMk id="5" creationId="{97E562C3-BB72-4528-1F61-6B8C6D3F7693}"/>
          </ac:picMkLst>
        </pc:picChg>
      </pc:sldChg>
    </pc:docChg>
  </pc:docChgLst>
  <pc:docChgLst>
    <pc:chgData name="Dragan Javorac" userId="913c2858-fb97-4c6e-a42c-b1f1a16b225e" providerId="ADAL" clId="{06B55334-52AF-443A-B0D9-A91C7D9934B2}"/>
    <pc:docChg chg="custSel addSld delSld modSld sldOrd">
      <pc:chgData name="Dragan Javorac" userId="913c2858-fb97-4c6e-a42c-b1f1a16b225e" providerId="ADAL" clId="{06B55334-52AF-443A-B0D9-A91C7D9934B2}" dt="2023-10-03T08:57:55.645" v="708" actId="6549"/>
      <pc:docMkLst>
        <pc:docMk/>
      </pc:docMkLst>
      <pc:sldChg chg="modSp mod">
        <pc:chgData name="Dragan Javorac" userId="913c2858-fb97-4c6e-a42c-b1f1a16b225e" providerId="ADAL" clId="{06B55334-52AF-443A-B0D9-A91C7D9934B2}" dt="2023-09-28T12:03:39.078" v="4" actId="20577"/>
        <pc:sldMkLst>
          <pc:docMk/>
          <pc:sldMk cId="3811378203" sldId="256"/>
        </pc:sldMkLst>
        <pc:spChg chg="mod">
          <ac:chgData name="Dragan Javorac" userId="913c2858-fb97-4c6e-a42c-b1f1a16b225e" providerId="ADAL" clId="{06B55334-52AF-443A-B0D9-A91C7D9934B2}" dt="2023-09-28T12:03:39.078" v="4" actId="20577"/>
          <ac:spMkLst>
            <pc:docMk/>
            <pc:sldMk cId="3811378203" sldId="256"/>
            <ac:spMk id="3" creationId="{414EDD6F-592F-340B-435C-61829CBE0859}"/>
          </ac:spMkLst>
        </pc:spChg>
      </pc:sldChg>
      <pc:sldChg chg="del">
        <pc:chgData name="Dragan Javorac" userId="913c2858-fb97-4c6e-a42c-b1f1a16b225e" providerId="ADAL" clId="{06B55334-52AF-443A-B0D9-A91C7D9934B2}" dt="2023-09-28T12:03:41.626" v="5" actId="47"/>
        <pc:sldMkLst>
          <pc:docMk/>
          <pc:sldMk cId="3451708679" sldId="281"/>
        </pc:sldMkLst>
      </pc:sldChg>
      <pc:sldChg chg="modSp mod">
        <pc:chgData name="Dragan Javorac" userId="913c2858-fb97-4c6e-a42c-b1f1a16b225e" providerId="ADAL" clId="{06B55334-52AF-443A-B0D9-A91C7D9934B2}" dt="2023-10-03T08:57:55.645" v="708" actId="6549"/>
        <pc:sldMkLst>
          <pc:docMk/>
          <pc:sldMk cId="3209220919" sldId="293"/>
        </pc:sldMkLst>
        <pc:spChg chg="mod">
          <ac:chgData name="Dragan Javorac" userId="913c2858-fb97-4c6e-a42c-b1f1a16b225e" providerId="ADAL" clId="{06B55334-52AF-443A-B0D9-A91C7D9934B2}" dt="2023-10-03T08:57:55.645" v="708" actId="6549"/>
          <ac:spMkLst>
            <pc:docMk/>
            <pc:sldMk cId="3209220919" sldId="293"/>
            <ac:spMk id="3" creationId="{73F8797C-A226-7836-7AC1-7E1ADAA37B9C}"/>
          </ac:spMkLst>
        </pc:spChg>
      </pc:sldChg>
      <pc:sldChg chg="addSp modSp mod">
        <pc:chgData name="Dragan Javorac" userId="913c2858-fb97-4c6e-a42c-b1f1a16b225e" providerId="ADAL" clId="{06B55334-52AF-443A-B0D9-A91C7D9934B2}" dt="2023-09-28T12:08:19.137" v="102" actId="1076"/>
        <pc:sldMkLst>
          <pc:docMk/>
          <pc:sldMk cId="853319877" sldId="294"/>
        </pc:sldMkLst>
        <pc:spChg chg="mod">
          <ac:chgData name="Dragan Javorac" userId="913c2858-fb97-4c6e-a42c-b1f1a16b225e" providerId="ADAL" clId="{06B55334-52AF-443A-B0D9-A91C7D9934B2}" dt="2023-09-28T12:06:24.229" v="32" actId="20577"/>
          <ac:spMkLst>
            <pc:docMk/>
            <pc:sldMk cId="853319877" sldId="294"/>
            <ac:spMk id="2" creationId="{59249F84-7683-7A1C-A158-E9E5BD087E59}"/>
          </ac:spMkLst>
        </pc:spChg>
        <pc:spChg chg="mod">
          <ac:chgData name="Dragan Javorac" userId="913c2858-fb97-4c6e-a42c-b1f1a16b225e" providerId="ADAL" clId="{06B55334-52AF-443A-B0D9-A91C7D9934B2}" dt="2023-09-28T12:06:42.715" v="94" actId="20577"/>
          <ac:spMkLst>
            <pc:docMk/>
            <pc:sldMk cId="853319877" sldId="294"/>
            <ac:spMk id="3" creationId="{73F8797C-A226-7836-7AC1-7E1ADAA37B9C}"/>
          </ac:spMkLst>
        </pc:spChg>
        <pc:picChg chg="add mod">
          <ac:chgData name="Dragan Javorac" userId="913c2858-fb97-4c6e-a42c-b1f1a16b225e" providerId="ADAL" clId="{06B55334-52AF-443A-B0D9-A91C7D9934B2}" dt="2023-09-28T12:07:05.550" v="99" actId="1076"/>
          <ac:picMkLst>
            <pc:docMk/>
            <pc:sldMk cId="853319877" sldId="294"/>
            <ac:picMk id="5" creationId="{5AC664ED-3604-F4DF-D352-F091BB8313A8}"/>
          </ac:picMkLst>
        </pc:picChg>
        <pc:picChg chg="add mod">
          <ac:chgData name="Dragan Javorac" userId="913c2858-fb97-4c6e-a42c-b1f1a16b225e" providerId="ADAL" clId="{06B55334-52AF-443A-B0D9-A91C7D9934B2}" dt="2023-09-28T12:08:19.137" v="102" actId="1076"/>
          <ac:picMkLst>
            <pc:docMk/>
            <pc:sldMk cId="853319877" sldId="294"/>
            <ac:picMk id="7" creationId="{CF9336B4-887C-950D-D687-7F681B994712}"/>
          </ac:picMkLst>
        </pc:picChg>
      </pc:sldChg>
      <pc:sldChg chg="addSp delSp modSp add mod">
        <pc:chgData name="Dragan Javorac" userId="913c2858-fb97-4c6e-a42c-b1f1a16b225e" providerId="ADAL" clId="{06B55334-52AF-443A-B0D9-A91C7D9934B2}" dt="2023-09-28T12:15:26.534" v="326" actId="14100"/>
        <pc:sldMkLst>
          <pc:docMk/>
          <pc:sldMk cId="3237422592" sldId="295"/>
        </pc:sldMkLst>
        <pc:spChg chg="mod">
          <ac:chgData name="Dragan Javorac" userId="913c2858-fb97-4c6e-a42c-b1f1a16b225e" providerId="ADAL" clId="{06B55334-52AF-443A-B0D9-A91C7D9934B2}" dt="2023-09-28T12:08:27.635" v="111" actId="20577"/>
          <ac:spMkLst>
            <pc:docMk/>
            <pc:sldMk cId="3237422592" sldId="295"/>
            <ac:spMk id="2" creationId="{59249F84-7683-7A1C-A158-E9E5BD087E59}"/>
          </ac:spMkLst>
        </pc:spChg>
        <pc:spChg chg="del mod">
          <ac:chgData name="Dragan Javorac" userId="913c2858-fb97-4c6e-a42c-b1f1a16b225e" providerId="ADAL" clId="{06B55334-52AF-443A-B0D9-A91C7D9934B2}" dt="2023-09-28T12:11:21.476" v="190" actId="478"/>
          <ac:spMkLst>
            <pc:docMk/>
            <pc:sldMk cId="3237422592" sldId="295"/>
            <ac:spMk id="3" creationId="{73F8797C-A226-7836-7AC1-7E1ADAA37B9C}"/>
          </ac:spMkLst>
        </pc:spChg>
        <pc:spChg chg="add mod">
          <ac:chgData name="Dragan Javorac" userId="913c2858-fb97-4c6e-a42c-b1f1a16b225e" providerId="ADAL" clId="{06B55334-52AF-443A-B0D9-A91C7D9934B2}" dt="2023-09-28T12:14:50.031" v="282" actId="1076"/>
          <ac:spMkLst>
            <pc:docMk/>
            <pc:sldMk cId="3237422592" sldId="295"/>
            <ac:spMk id="14" creationId="{7D9FD447-2D93-1456-BD9F-37F2F11F0771}"/>
          </ac:spMkLst>
        </pc:spChg>
        <pc:spChg chg="add mod">
          <ac:chgData name="Dragan Javorac" userId="913c2858-fb97-4c6e-a42c-b1f1a16b225e" providerId="ADAL" clId="{06B55334-52AF-443A-B0D9-A91C7D9934B2}" dt="2023-09-28T12:14:47.591" v="281" actId="1076"/>
          <ac:spMkLst>
            <pc:docMk/>
            <pc:sldMk cId="3237422592" sldId="295"/>
            <ac:spMk id="15" creationId="{DD9667BC-97F3-33D0-9D4E-C1846876E7A8}"/>
          </ac:spMkLst>
        </pc:spChg>
        <pc:spChg chg="add mod">
          <ac:chgData name="Dragan Javorac" userId="913c2858-fb97-4c6e-a42c-b1f1a16b225e" providerId="ADAL" clId="{06B55334-52AF-443A-B0D9-A91C7D9934B2}" dt="2023-09-28T12:14:36.855" v="276" actId="1076"/>
          <ac:spMkLst>
            <pc:docMk/>
            <pc:sldMk cId="3237422592" sldId="295"/>
            <ac:spMk id="30" creationId="{375E91EE-8341-F13F-95F5-46A68A846D94}"/>
          </ac:spMkLst>
        </pc:spChg>
        <pc:spChg chg="add mod">
          <ac:chgData name="Dragan Javorac" userId="913c2858-fb97-4c6e-a42c-b1f1a16b225e" providerId="ADAL" clId="{06B55334-52AF-443A-B0D9-A91C7D9934B2}" dt="2023-09-28T12:14:38.999" v="277" actId="1076"/>
          <ac:spMkLst>
            <pc:docMk/>
            <pc:sldMk cId="3237422592" sldId="295"/>
            <ac:spMk id="37" creationId="{C0371916-11BF-E5E0-5E0F-AE55A0688363}"/>
          </ac:spMkLst>
        </pc:spChg>
        <pc:spChg chg="add del mod">
          <ac:chgData name="Dragan Javorac" userId="913c2858-fb97-4c6e-a42c-b1f1a16b225e" providerId="ADAL" clId="{06B55334-52AF-443A-B0D9-A91C7D9934B2}" dt="2023-09-28T12:11:23.861" v="191" actId="478"/>
          <ac:spMkLst>
            <pc:docMk/>
            <pc:sldMk cId="3237422592" sldId="295"/>
            <ac:spMk id="39" creationId="{3A6F7D78-0DCA-AEBE-A2DD-B441C701F3DB}"/>
          </ac:spMkLst>
        </pc:spChg>
        <pc:spChg chg="add mod">
          <ac:chgData name="Dragan Javorac" userId="913c2858-fb97-4c6e-a42c-b1f1a16b225e" providerId="ADAL" clId="{06B55334-52AF-443A-B0D9-A91C7D9934B2}" dt="2023-09-28T12:15:02.150" v="286" actId="1076"/>
          <ac:spMkLst>
            <pc:docMk/>
            <pc:sldMk cId="3237422592" sldId="295"/>
            <ac:spMk id="59" creationId="{7FF807AC-F77A-201C-0BF5-D423EEB63785}"/>
          </ac:spMkLst>
        </pc:spChg>
        <pc:spChg chg="add mod">
          <ac:chgData name="Dragan Javorac" userId="913c2858-fb97-4c6e-a42c-b1f1a16b225e" providerId="ADAL" clId="{06B55334-52AF-443A-B0D9-A91C7D9934B2}" dt="2023-09-28T12:15:08.225" v="288" actId="1076"/>
          <ac:spMkLst>
            <pc:docMk/>
            <pc:sldMk cId="3237422592" sldId="295"/>
            <ac:spMk id="62" creationId="{3FD9786B-DF04-8341-C422-4B1B78C77ECD}"/>
          </ac:spMkLst>
        </pc:spChg>
        <pc:spChg chg="add mod">
          <ac:chgData name="Dragan Javorac" userId="913c2858-fb97-4c6e-a42c-b1f1a16b225e" providerId="ADAL" clId="{06B55334-52AF-443A-B0D9-A91C7D9934B2}" dt="2023-09-28T12:14:56.455" v="285" actId="1076"/>
          <ac:spMkLst>
            <pc:docMk/>
            <pc:sldMk cId="3237422592" sldId="295"/>
            <ac:spMk id="69" creationId="{BC314DAC-61A5-63E7-C464-C99F983AD227}"/>
          </ac:spMkLst>
        </pc:spChg>
        <pc:spChg chg="add mod">
          <ac:chgData name="Dragan Javorac" userId="913c2858-fb97-4c6e-a42c-b1f1a16b225e" providerId="ADAL" clId="{06B55334-52AF-443A-B0D9-A91C7D9934B2}" dt="2023-09-28T12:14:54.463" v="284" actId="1076"/>
          <ac:spMkLst>
            <pc:docMk/>
            <pc:sldMk cId="3237422592" sldId="295"/>
            <ac:spMk id="70" creationId="{833F677B-A212-C4E9-5A80-63D002E888B8}"/>
          </ac:spMkLst>
        </pc:spChg>
        <pc:spChg chg="add mod">
          <ac:chgData name="Dragan Javorac" userId="913c2858-fb97-4c6e-a42c-b1f1a16b225e" providerId="ADAL" clId="{06B55334-52AF-443A-B0D9-A91C7D9934B2}" dt="2023-09-28T12:15:26.534" v="326" actId="14100"/>
          <ac:spMkLst>
            <pc:docMk/>
            <pc:sldMk cId="3237422592" sldId="295"/>
            <ac:spMk id="93" creationId="{B80C8716-EF8F-815E-9350-0F74EA9E3782}"/>
          </ac:spMkLst>
        </pc:spChg>
        <pc:picChg chg="del">
          <ac:chgData name="Dragan Javorac" userId="913c2858-fb97-4c6e-a42c-b1f1a16b225e" providerId="ADAL" clId="{06B55334-52AF-443A-B0D9-A91C7D9934B2}" dt="2023-09-28T12:08:22.980" v="104" actId="478"/>
          <ac:picMkLst>
            <pc:docMk/>
            <pc:sldMk cId="3237422592" sldId="295"/>
            <ac:picMk id="5" creationId="{5AC664ED-3604-F4DF-D352-F091BB8313A8}"/>
          </ac:picMkLst>
        </pc:picChg>
        <pc:picChg chg="add del mod">
          <ac:chgData name="Dragan Javorac" userId="913c2858-fb97-4c6e-a42c-b1f1a16b225e" providerId="ADAL" clId="{06B55334-52AF-443A-B0D9-A91C7D9934B2}" dt="2023-09-28T12:08:48.763" v="116" actId="478"/>
          <ac:picMkLst>
            <pc:docMk/>
            <pc:sldMk cId="3237422592" sldId="295"/>
            <ac:picMk id="6" creationId="{83DA91BA-FD55-7383-5885-D3D94F20386A}"/>
          </ac:picMkLst>
        </pc:picChg>
        <pc:picChg chg="del">
          <ac:chgData name="Dragan Javorac" userId="913c2858-fb97-4c6e-a42c-b1f1a16b225e" providerId="ADAL" clId="{06B55334-52AF-443A-B0D9-A91C7D9934B2}" dt="2023-09-28T12:08:23.463" v="105" actId="478"/>
          <ac:picMkLst>
            <pc:docMk/>
            <pc:sldMk cId="3237422592" sldId="295"/>
            <ac:picMk id="7" creationId="{CF9336B4-887C-950D-D687-7F681B994712}"/>
          </ac:picMkLst>
        </pc:picChg>
        <pc:picChg chg="add mod">
          <ac:chgData name="Dragan Javorac" userId="913c2858-fb97-4c6e-a42c-b1f1a16b225e" providerId="ADAL" clId="{06B55334-52AF-443A-B0D9-A91C7D9934B2}" dt="2023-09-28T12:14:51.889" v="283" actId="1076"/>
          <ac:picMkLst>
            <pc:docMk/>
            <pc:sldMk cId="3237422592" sldId="295"/>
            <ac:picMk id="9" creationId="{9D9AF8C2-EC53-3458-298F-16CF0B364A2B}"/>
          </ac:picMkLst>
        </pc:picChg>
        <pc:picChg chg="add mod">
          <ac:chgData name="Dragan Javorac" userId="913c2858-fb97-4c6e-a42c-b1f1a16b225e" providerId="ADAL" clId="{06B55334-52AF-443A-B0D9-A91C7D9934B2}" dt="2023-09-28T12:12:45.825" v="241" actId="1076"/>
          <ac:picMkLst>
            <pc:docMk/>
            <pc:sldMk cId="3237422592" sldId="295"/>
            <ac:picMk id="11" creationId="{6659889F-BF3C-225A-6C9A-B38BB4163A3D}"/>
          </ac:picMkLst>
        </pc:picChg>
        <pc:picChg chg="add mod">
          <ac:chgData name="Dragan Javorac" userId="913c2858-fb97-4c6e-a42c-b1f1a16b225e" providerId="ADAL" clId="{06B55334-52AF-443A-B0D9-A91C7D9934B2}" dt="2023-09-28T12:14:36.855" v="276" actId="1076"/>
          <ac:picMkLst>
            <pc:docMk/>
            <pc:sldMk cId="3237422592" sldId="295"/>
            <ac:picMk id="13" creationId="{42792020-D4CE-AD52-E7DC-28A4759F0B7B}"/>
          </ac:picMkLst>
        </pc:picChg>
        <pc:cxnChg chg="add mod">
          <ac:chgData name="Dragan Javorac" userId="913c2858-fb97-4c6e-a42c-b1f1a16b225e" providerId="ADAL" clId="{06B55334-52AF-443A-B0D9-A91C7D9934B2}" dt="2023-09-28T12:14:50.031" v="282" actId="1076"/>
          <ac:cxnSpMkLst>
            <pc:docMk/>
            <pc:sldMk cId="3237422592" sldId="295"/>
            <ac:cxnSpMk id="17" creationId="{0D989A68-B6C8-653F-E77C-87423D9D3568}"/>
          </ac:cxnSpMkLst>
        </pc:cxnChg>
        <pc:cxnChg chg="add mod">
          <ac:chgData name="Dragan Javorac" userId="913c2858-fb97-4c6e-a42c-b1f1a16b225e" providerId="ADAL" clId="{06B55334-52AF-443A-B0D9-A91C7D9934B2}" dt="2023-09-28T12:14:51.889" v="283" actId="1076"/>
          <ac:cxnSpMkLst>
            <pc:docMk/>
            <pc:sldMk cId="3237422592" sldId="295"/>
            <ac:cxnSpMk id="18" creationId="{E34E1C48-B667-2503-2F4A-813DB7D061FA}"/>
          </ac:cxnSpMkLst>
        </pc:cxnChg>
        <pc:cxnChg chg="add mod">
          <ac:chgData name="Dragan Javorac" userId="913c2858-fb97-4c6e-a42c-b1f1a16b225e" providerId="ADAL" clId="{06B55334-52AF-443A-B0D9-A91C7D9934B2}" dt="2023-09-28T12:14:51.889" v="283" actId="1076"/>
          <ac:cxnSpMkLst>
            <pc:docMk/>
            <pc:sldMk cId="3237422592" sldId="295"/>
            <ac:cxnSpMk id="22" creationId="{A18731FB-F456-5DF9-9A6C-92114587F7A9}"/>
          </ac:cxnSpMkLst>
        </pc:cxnChg>
        <pc:cxnChg chg="add mod">
          <ac:chgData name="Dragan Javorac" userId="913c2858-fb97-4c6e-a42c-b1f1a16b225e" providerId="ADAL" clId="{06B55334-52AF-443A-B0D9-A91C7D9934B2}" dt="2023-09-28T12:15:05.460" v="287" actId="14100"/>
          <ac:cxnSpMkLst>
            <pc:docMk/>
            <pc:sldMk cId="3237422592" sldId="295"/>
            <ac:cxnSpMk id="26" creationId="{E4FCB839-C526-761F-8312-6952F063ABDB}"/>
          </ac:cxnSpMkLst>
        </pc:cxnChg>
        <pc:cxnChg chg="add mod">
          <ac:chgData name="Dragan Javorac" userId="913c2858-fb97-4c6e-a42c-b1f1a16b225e" providerId="ADAL" clId="{06B55334-52AF-443A-B0D9-A91C7D9934B2}" dt="2023-09-28T12:14:36.855" v="276" actId="1076"/>
          <ac:cxnSpMkLst>
            <pc:docMk/>
            <pc:sldMk cId="3237422592" sldId="295"/>
            <ac:cxnSpMk id="32" creationId="{48C88994-8E73-E27E-41B2-9FE48879CF08}"/>
          </ac:cxnSpMkLst>
        </pc:cxnChg>
        <pc:cxnChg chg="add mod">
          <ac:chgData name="Dragan Javorac" userId="913c2858-fb97-4c6e-a42c-b1f1a16b225e" providerId="ADAL" clId="{06B55334-52AF-443A-B0D9-A91C7D9934B2}" dt="2023-09-28T12:14:50.031" v="282" actId="1076"/>
          <ac:cxnSpMkLst>
            <pc:docMk/>
            <pc:sldMk cId="3237422592" sldId="295"/>
            <ac:cxnSpMk id="44" creationId="{CE4B8EA7-F9B8-5DAB-0701-A274AF51DC1C}"/>
          </ac:cxnSpMkLst>
        </pc:cxnChg>
      </pc:sldChg>
      <pc:sldChg chg="addSp delSp modSp add mod ord">
        <pc:chgData name="Dragan Javorac" userId="913c2858-fb97-4c6e-a42c-b1f1a16b225e" providerId="ADAL" clId="{06B55334-52AF-443A-B0D9-A91C7D9934B2}" dt="2023-09-28T13:00:53.306" v="672" actId="14100"/>
        <pc:sldMkLst>
          <pc:docMk/>
          <pc:sldMk cId="2542305982" sldId="296"/>
        </pc:sldMkLst>
        <pc:spChg chg="mod">
          <ac:chgData name="Dragan Javorac" userId="913c2858-fb97-4c6e-a42c-b1f1a16b225e" providerId="ADAL" clId="{06B55334-52AF-443A-B0D9-A91C7D9934B2}" dt="2023-09-28T13:00:53.306" v="672" actId="14100"/>
          <ac:spMkLst>
            <pc:docMk/>
            <pc:sldMk cId="2542305982" sldId="296"/>
            <ac:spMk id="3" creationId="{73F8797C-A226-7836-7AC1-7E1ADAA37B9C}"/>
          </ac:spMkLst>
        </pc:spChg>
        <pc:picChg chg="del">
          <ac:chgData name="Dragan Javorac" userId="913c2858-fb97-4c6e-a42c-b1f1a16b225e" providerId="ADAL" clId="{06B55334-52AF-443A-B0D9-A91C7D9934B2}" dt="2023-09-28T12:53:27.874" v="333" actId="478"/>
          <ac:picMkLst>
            <pc:docMk/>
            <pc:sldMk cId="2542305982" sldId="296"/>
            <ac:picMk id="5" creationId="{5AC664ED-3604-F4DF-D352-F091BB8313A8}"/>
          </ac:picMkLst>
        </pc:picChg>
        <pc:picChg chg="add del mod">
          <ac:chgData name="Dragan Javorac" userId="913c2858-fb97-4c6e-a42c-b1f1a16b225e" providerId="ADAL" clId="{06B55334-52AF-443A-B0D9-A91C7D9934B2}" dt="2023-09-28T12:54:22.086" v="345" actId="478"/>
          <ac:picMkLst>
            <pc:docMk/>
            <pc:sldMk cId="2542305982" sldId="296"/>
            <ac:picMk id="6" creationId="{B29660A9-CC34-844A-E413-A32FB7509023}"/>
          </ac:picMkLst>
        </pc:picChg>
        <pc:picChg chg="del">
          <ac:chgData name="Dragan Javorac" userId="913c2858-fb97-4c6e-a42c-b1f1a16b225e" providerId="ADAL" clId="{06B55334-52AF-443A-B0D9-A91C7D9934B2}" dt="2023-09-28T12:53:28.395" v="334" actId="478"/>
          <ac:picMkLst>
            <pc:docMk/>
            <pc:sldMk cId="2542305982" sldId="296"/>
            <ac:picMk id="7" creationId="{CF9336B4-887C-950D-D687-7F681B994712}"/>
          </ac:picMkLst>
        </pc:picChg>
        <pc:picChg chg="add del mod">
          <ac:chgData name="Dragan Javorac" userId="913c2858-fb97-4c6e-a42c-b1f1a16b225e" providerId="ADAL" clId="{06B55334-52AF-443A-B0D9-A91C7D9934B2}" dt="2023-09-28T12:57:00.322" v="513" actId="478"/>
          <ac:picMkLst>
            <pc:docMk/>
            <pc:sldMk cId="2542305982" sldId="296"/>
            <ac:picMk id="9" creationId="{0009D437-444F-D680-FD22-683DA05440C3}"/>
          </ac:picMkLst>
        </pc:picChg>
        <pc:picChg chg="add mod">
          <ac:chgData name="Dragan Javorac" userId="913c2858-fb97-4c6e-a42c-b1f1a16b225e" providerId="ADAL" clId="{06B55334-52AF-443A-B0D9-A91C7D9934B2}" dt="2023-09-28T12:57:03.660" v="517" actId="1076"/>
          <ac:picMkLst>
            <pc:docMk/>
            <pc:sldMk cId="2542305982" sldId="296"/>
            <ac:picMk id="11" creationId="{70AC3C8A-0338-29E5-69E8-3D8A93369724}"/>
          </ac:picMkLst>
        </pc:picChg>
      </pc:sldChg>
      <pc:sldChg chg="add del">
        <pc:chgData name="Dragan Javorac" userId="913c2858-fb97-4c6e-a42c-b1f1a16b225e" providerId="ADAL" clId="{06B55334-52AF-443A-B0D9-A91C7D9934B2}" dt="2023-09-28T12:38:40.546" v="328" actId="47"/>
        <pc:sldMkLst>
          <pc:docMk/>
          <pc:sldMk cId="3718852481" sldId="296"/>
        </pc:sldMkLst>
      </pc:sldChg>
      <pc:sldChg chg="modSp add mod">
        <pc:chgData name="Dragan Javorac" userId="913c2858-fb97-4c6e-a42c-b1f1a16b225e" providerId="ADAL" clId="{06B55334-52AF-443A-B0D9-A91C7D9934B2}" dt="2023-09-28T13:00:49.166" v="671" actId="14100"/>
        <pc:sldMkLst>
          <pc:docMk/>
          <pc:sldMk cId="4140789780" sldId="297"/>
        </pc:sldMkLst>
        <pc:spChg chg="mod">
          <ac:chgData name="Dragan Javorac" userId="913c2858-fb97-4c6e-a42c-b1f1a16b225e" providerId="ADAL" clId="{06B55334-52AF-443A-B0D9-A91C7D9934B2}" dt="2023-09-28T12:57:14.320" v="538" actId="20577"/>
          <ac:spMkLst>
            <pc:docMk/>
            <pc:sldMk cId="4140789780" sldId="297"/>
            <ac:spMk id="2" creationId="{59249F84-7683-7A1C-A158-E9E5BD087E59}"/>
          </ac:spMkLst>
        </pc:spChg>
        <pc:spChg chg="mod">
          <ac:chgData name="Dragan Javorac" userId="913c2858-fb97-4c6e-a42c-b1f1a16b225e" providerId="ADAL" clId="{06B55334-52AF-443A-B0D9-A91C7D9934B2}" dt="2023-09-28T13:00:49.166" v="671" actId="14100"/>
          <ac:spMkLst>
            <pc:docMk/>
            <pc:sldMk cId="4140789780" sldId="297"/>
            <ac:spMk id="3" creationId="{73F8797C-A226-7836-7AC1-7E1ADAA37B9C}"/>
          </ac:spMkLst>
        </pc:spChg>
      </pc:sldChg>
      <pc:sldChg chg="addSp delSp modSp add mod">
        <pc:chgData name="Dragan Javorac" userId="913c2858-fb97-4c6e-a42c-b1f1a16b225e" providerId="ADAL" clId="{06B55334-52AF-443A-B0D9-A91C7D9934B2}" dt="2023-09-28T13:00:45.242" v="670" actId="14100"/>
        <pc:sldMkLst>
          <pc:docMk/>
          <pc:sldMk cId="891455290" sldId="298"/>
        </pc:sldMkLst>
        <pc:spChg chg="mod">
          <ac:chgData name="Dragan Javorac" userId="913c2858-fb97-4c6e-a42c-b1f1a16b225e" providerId="ADAL" clId="{06B55334-52AF-443A-B0D9-A91C7D9934B2}" dt="2023-09-28T12:57:46.768" v="639" actId="20577"/>
          <ac:spMkLst>
            <pc:docMk/>
            <pc:sldMk cId="891455290" sldId="298"/>
            <ac:spMk id="2" creationId="{59249F84-7683-7A1C-A158-E9E5BD087E59}"/>
          </ac:spMkLst>
        </pc:spChg>
        <pc:spChg chg="mod">
          <ac:chgData name="Dragan Javorac" userId="913c2858-fb97-4c6e-a42c-b1f1a16b225e" providerId="ADAL" clId="{06B55334-52AF-443A-B0D9-A91C7D9934B2}" dt="2023-09-28T13:00:45.242" v="670" actId="14100"/>
          <ac:spMkLst>
            <pc:docMk/>
            <pc:sldMk cId="891455290" sldId="298"/>
            <ac:spMk id="3" creationId="{73F8797C-A226-7836-7AC1-7E1ADAA37B9C}"/>
          </ac:spMkLst>
        </pc:spChg>
        <pc:picChg chg="add mod">
          <ac:chgData name="Dragan Javorac" userId="913c2858-fb97-4c6e-a42c-b1f1a16b225e" providerId="ADAL" clId="{06B55334-52AF-443A-B0D9-A91C7D9934B2}" dt="2023-09-28T13:00:34.401" v="642" actId="1076"/>
          <ac:picMkLst>
            <pc:docMk/>
            <pc:sldMk cId="891455290" sldId="298"/>
            <ac:picMk id="5" creationId="{2207BFAA-F22E-35A5-FB4A-F76E2B74AED9}"/>
          </ac:picMkLst>
        </pc:picChg>
        <pc:picChg chg="del">
          <ac:chgData name="Dragan Javorac" userId="913c2858-fb97-4c6e-a42c-b1f1a16b225e" providerId="ADAL" clId="{06B55334-52AF-443A-B0D9-A91C7D9934B2}" dt="2023-09-28T13:00:31.730" v="640" actId="478"/>
          <ac:picMkLst>
            <pc:docMk/>
            <pc:sldMk cId="891455290" sldId="298"/>
            <ac:picMk id="9" creationId="{0009D437-444F-D680-FD22-683DA05440C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13-10-2025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2610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13-10-2025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079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13-10-2025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0527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13-10-2025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9900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13-10-2025</a:t>
            </a:fld>
            <a:endParaRPr lang="nl-N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7826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13-10-2025</a:t>
            </a:fld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0954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13-10-2025</a:t>
            </a:fld>
            <a:endParaRPr lang="nl-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9897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13-10-2025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020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13-10-2025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588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13-10-2025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9126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13-10-2025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5807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86000">
              <a:schemeClr val="accent6">
                <a:lumMod val="7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4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43C45-51C9-413D-93FA-8A8D8BED7348}" type="datetimeFigureOut">
              <a:rPr lang="nl-NL" smtClean="0"/>
              <a:t>13-10-2025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3416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99B8BA3-F095-3E24-5523-552CBD5DE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50" y="837413"/>
            <a:ext cx="4748044" cy="53536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8B7A23-90F0-99CA-4080-9110B0259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6743"/>
            <a:ext cx="9144000" cy="1098323"/>
          </a:xfrm>
        </p:spPr>
        <p:txBody>
          <a:bodyPr/>
          <a:lstStyle/>
          <a:p>
            <a:r>
              <a:rPr lang="nl-NL" dirty="0"/>
              <a:t>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EDD6F-592F-340B-435C-61829CBE0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05066"/>
            <a:ext cx="9144000" cy="1098323"/>
          </a:xfrm>
        </p:spPr>
        <p:txBody>
          <a:bodyPr>
            <a:normAutofit/>
          </a:bodyPr>
          <a:lstStyle/>
          <a:p>
            <a:r>
              <a:rPr lang="nl-NL" dirty="0"/>
              <a:t>+ PHP</a:t>
            </a:r>
          </a:p>
        </p:txBody>
      </p:sp>
    </p:spTree>
    <p:extLst>
      <p:ext uri="{BB962C8B-B14F-4D97-AF65-F5344CB8AC3E}">
        <p14:creationId xmlns:p14="http://schemas.microsoft.com/office/powerpoint/2010/main" val="3811378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Sql </a:t>
            </a:r>
            <a:r>
              <a:rPr lang="nl-NL" dirty="0" err="1"/>
              <a:t>injection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Aanval op je database</a:t>
            </a:r>
          </a:p>
          <a:p>
            <a:r>
              <a:rPr lang="nl-NL" dirty="0"/>
              <a:t>Al jaren in de OWASP top 10</a:t>
            </a:r>
          </a:p>
          <a:p>
            <a:pPr lvl="1"/>
            <a:r>
              <a:rPr lang="nl-NL" dirty="0"/>
              <a:t>Nummer 3 in 2021</a:t>
            </a:r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marL="457200" lvl="1" indent="0">
              <a:buNone/>
            </a:pPr>
            <a:endParaRPr lang="nl-NL" dirty="0"/>
          </a:p>
          <a:p>
            <a:endParaRPr lang="nl-NL" dirty="0"/>
          </a:p>
        </p:txBody>
      </p: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50A463E2-C440-479B-8D1B-DC466823FE98}"/>
              </a:ext>
            </a:extLst>
          </p:cNvPr>
          <p:cNvSpPr/>
          <p:nvPr/>
        </p:nvSpPr>
        <p:spPr>
          <a:xfrm>
            <a:off x="1957137" y="5181600"/>
            <a:ext cx="8277726" cy="561474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https://owasp.org/www-community/attacks/SQL_Injection</a:t>
            </a:r>
          </a:p>
        </p:txBody>
      </p:sp>
    </p:spTree>
    <p:extLst>
      <p:ext uri="{BB962C8B-B14F-4D97-AF65-F5344CB8AC3E}">
        <p14:creationId xmlns:p14="http://schemas.microsoft.com/office/powerpoint/2010/main" val="853319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Zo makkelijk!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Het is zo makkelijk te voorkomen</a:t>
            </a:r>
          </a:p>
          <a:p>
            <a:endParaRPr lang="nl-NL" dirty="0"/>
          </a:p>
          <a:p>
            <a:r>
              <a:rPr lang="nl-NL" dirty="0"/>
              <a:t>De juiste patronen!</a:t>
            </a:r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marL="457200" lvl="1" indent="0">
              <a:buNone/>
            </a:pP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15776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Prepared</a:t>
            </a:r>
            <a:r>
              <a:rPr lang="nl-NL" dirty="0"/>
              <a:t>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Dit zijn </a:t>
            </a:r>
            <a:r>
              <a:rPr lang="nl-NL" dirty="0" err="1"/>
              <a:t>queries</a:t>
            </a:r>
            <a:r>
              <a:rPr lang="nl-NL" dirty="0"/>
              <a:t> waar je GEEN:</a:t>
            </a:r>
          </a:p>
          <a:p>
            <a:pPr lvl="1"/>
            <a:r>
              <a:rPr lang="nl-NL" dirty="0"/>
              <a:t> waarden zelf in plakt</a:t>
            </a:r>
          </a:p>
          <a:p>
            <a:pPr lvl="1"/>
            <a:endParaRPr lang="nl-NL" dirty="0"/>
          </a:p>
          <a:p>
            <a:pPr lvl="1"/>
            <a:endParaRPr lang="nl-NL" dirty="0"/>
          </a:p>
          <a:p>
            <a:r>
              <a:rPr lang="nl-NL" dirty="0"/>
              <a:t>Waarom is dat gevaarlijk als je dat wel kan?</a:t>
            </a:r>
          </a:p>
          <a:p>
            <a:endParaRPr lang="nl-NL" dirty="0"/>
          </a:p>
          <a:p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marL="457200" lvl="1" indent="0">
              <a:buNone/>
            </a:pPr>
            <a:endParaRPr lang="nl-NL" dirty="0"/>
          </a:p>
          <a:p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19BEE0-4A0F-1C90-3D50-181B489F84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13"/>
          <a:stretch/>
        </p:blipFill>
        <p:spPr>
          <a:xfrm>
            <a:off x="0" y="4711868"/>
            <a:ext cx="12192000" cy="155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261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Tabel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83100"/>
            <a:ext cx="4900749" cy="536054"/>
          </a:xfrm>
        </p:spPr>
        <p:txBody>
          <a:bodyPr/>
          <a:lstStyle/>
          <a:p>
            <a:r>
              <a:rPr lang="nl-NL" dirty="0"/>
              <a:t>De select heeft dit resultaat:</a:t>
            </a:r>
          </a:p>
          <a:p>
            <a:pPr lvl="1"/>
            <a:endParaRPr lang="nl-NL" dirty="0"/>
          </a:p>
          <a:p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1428F7-E341-22EC-0FFC-CAD57AE9C9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79" r="17362"/>
          <a:stretch/>
        </p:blipFill>
        <p:spPr>
          <a:xfrm>
            <a:off x="7481890" y="594915"/>
            <a:ext cx="4321288" cy="24236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26B08D-53B7-899F-4C61-86A7C3A65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549" y="4607754"/>
            <a:ext cx="5626970" cy="11573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74B8ED7-C065-E8E2-76C4-71B39EF00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549" y="2004338"/>
            <a:ext cx="3103313" cy="101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422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Tabel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Aanpassen?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387731-886B-C964-4899-3F97B2DB0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143" y="2538254"/>
            <a:ext cx="7124291" cy="13108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28BAB1-6AB5-BD16-2E92-FA49C3908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143" y="4229780"/>
            <a:ext cx="3719240" cy="184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646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51692CE-16FD-C4FD-28A6-BEE117B88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02" y="2424723"/>
            <a:ext cx="8384991" cy="33751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Zo makkelijk!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1" cy="630192"/>
          </a:xfrm>
        </p:spPr>
        <p:txBody>
          <a:bodyPr/>
          <a:lstStyle/>
          <a:p>
            <a:r>
              <a:rPr lang="nl-NL" dirty="0"/>
              <a:t>Het is zo makkelijk te voorkomen: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F58B0014-006A-1597-C7D0-31A45C79970E}"/>
              </a:ext>
            </a:extLst>
          </p:cNvPr>
          <p:cNvSpPr/>
          <p:nvPr/>
        </p:nvSpPr>
        <p:spPr>
          <a:xfrm>
            <a:off x="7410994" y="1236617"/>
            <a:ext cx="1872343" cy="1126511"/>
          </a:xfrm>
          <a:prstGeom prst="wedgeRectCallout">
            <a:avLst>
              <a:gd name="adj1" fmla="val -45019"/>
              <a:gd name="adj2" fmla="val 13284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? voor wat later ingevuld wordt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B3DC0FCE-5C8E-B6A6-D8DA-7F847E70363C}"/>
              </a:ext>
            </a:extLst>
          </p:cNvPr>
          <p:cNvSpPr/>
          <p:nvPr/>
        </p:nvSpPr>
        <p:spPr>
          <a:xfrm>
            <a:off x="5987143" y="5236653"/>
            <a:ext cx="1872343" cy="1126511"/>
          </a:xfrm>
          <a:prstGeom prst="wedgeRectCallout">
            <a:avLst>
              <a:gd name="adj1" fmla="val -176647"/>
              <a:gd name="adj2" fmla="val -14081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Voor elk ? 1 letter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Elke letter is een type</a:t>
            </a:r>
          </a:p>
        </p:txBody>
      </p:sp>
    </p:spTree>
    <p:extLst>
      <p:ext uri="{BB962C8B-B14F-4D97-AF65-F5344CB8AC3E}">
        <p14:creationId xmlns:p14="http://schemas.microsoft.com/office/powerpoint/2010/main" val="2740964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C3B73C-2FE7-03C9-41E6-7463CC3C9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511" y="3354434"/>
            <a:ext cx="6172200" cy="2095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/>
              <a:t>Type binding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515601" cy="1528809"/>
          </a:xfrm>
        </p:spPr>
        <p:txBody>
          <a:bodyPr/>
          <a:lstStyle/>
          <a:p>
            <a:r>
              <a:rPr lang="nl-NL" dirty="0"/>
              <a:t>Wat je er in gooit bepaald welke letter je moet neerzetten:</a:t>
            </a:r>
          </a:p>
          <a:p>
            <a:pPr lvl="1"/>
            <a:r>
              <a:rPr lang="nl-NL" dirty="0"/>
              <a:t>Een username 	=&gt;  	string 		= &gt; 	s</a:t>
            </a:r>
          </a:p>
          <a:p>
            <a:pPr lvl="1"/>
            <a:r>
              <a:rPr lang="nl-NL" dirty="0"/>
              <a:t>Een </a:t>
            </a:r>
            <a:r>
              <a:rPr lang="nl-NL" dirty="0" err="1"/>
              <a:t>id</a:t>
            </a:r>
            <a:r>
              <a:rPr lang="nl-NL" dirty="0"/>
              <a:t> 		=&gt; 	integer 	=&gt; 	i</a:t>
            </a:r>
          </a:p>
        </p:txBody>
      </p:sp>
    </p:spTree>
    <p:extLst>
      <p:ext uri="{BB962C8B-B14F-4D97-AF65-F5344CB8AC3E}">
        <p14:creationId xmlns:p14="http://schemas.microsoft.com/office/powerpoint/2010/main" val="3177317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Vandaag: Opdrachten/huiswerk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7983584" cy="3773317"/>
          </a:xfrm>
        </p:spPr>
        <p:txBody>
          <a:bodyPr>
            <a:normAutofit/>
          </a:bodyPr>
          <a:lstStyle/>
          <a:p>
            <a:r>
              <a:rPr lang="nl-NL" dirty="0"/>
              <a:t>Alle opdrachten in </a:t>
            </a:r>
            <a:r>
              <a:rPr lang="nl-NL"/>
              <a:t>“07 </a:t>
            </a:r>
            <a:r>
              <a:rPr lang="nl-NL" dirty="0" err="1"/>
              <a:t>php</a:t>
            </a:r>
            <a:r>
              <a:rPr lang="nl-NL" dirty="0"/>
              <a:t> </a:t>
            </a:r>
            <a:r>
              <a:rPr lang="nl-NL" dirty="0" err="1"/>
              <a:t>prepared</a:t>
            </a:r>
            <a:r>
              <a:rPr lang="nl-NL" dirty="0"/>
              <a:t> statements”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3EEF02-A8F2-2963-876D-5BB887986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768" y="2644785"/>
            <a:ext cx="4719986" cy="398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220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E9DCF2"/>
      </a:hlink>
      <a:folHlink>
        <a:srgbClr val="3EBBF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A991F36DA3004E8BBBEC5EFEDE8C57" ma:contentTypeVersion="6" ma:contentTypeDescription="Create a new document." ma:contentTypeScope="" ma:versionID="735206c9ca7006b89b07ec7ac2c609e3">
  <xsd:schema xmlns:xsd="http://www.w3.org/2001/XMLSchema" xmlns:xs="http://www.w3.org/2001/XMLSchema" xmlns:p="http://schemas.microsoft.com/office/2006/metadata/properties" xmlns:ns2="a28abc25-2d97-4e22-be40-2a4e9d3d8a76" targetNamespace="http://schemas.microsoft.com/office/2006/metadata/properties" ma:root="true" ma:fieldsID="23b7ae77266580656eec800868fa28f5" ns2:_="">
    <xsd:import namespace="a28abc25-2d97-4e22-be40-2a4e9d3d8a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8abc25-2d97-4e22-be40-2a4e9d3d8a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637BCA-C9CC-46B0-8052-8AAE567A178A}">
  <ds:schemaRefs>
    <ds:schemaRef ds:uri="http://schemas.microsoft.com/office/2006/metadata/properties"/>
    <ds:schemaRef ds:uri="http://purl.org/dc/dcmitype/"/>
    <ds:schemaRef ds:uri="a28abc25-2d97-4e22-be40-2a4e9d3d8a76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B3FB490-E3EB-4C83-80B0-32A52D0B59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8abc25-2d97-4e22-be40-2a4e9d3d8a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D9B0B6E-FA91-4268-A24C-F1593FE8BA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451</TotalTime>
  <Words>157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DB</vt:lpstr>
      <vt:lpstr>Sql injection</vt:lpstr>
      <vt:lpstr>Zo makkelijk!</vt:lpstr>
      <vt:lpstr>Prepared statements</vt:lpstr>
      <vt:lpstr>Tabel</vt:lpstr>
      <vt:lpstr>Tabel</vt:lpstr>
      <vt:lpstr>Zo makkelijk!</vt:lpstr>
      <vt:lpstr>Type binding</vt:lpstr>
      <vt:lpstr>Vandaag: Opdrachten/huiswerk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</dc:title>
  <dc:creator>Dragan Javorac</dc:creator>
  <cp:lastModifiedBy>Dragan Javorac</cp:lastModifiedBy>
  <cp:revision>12</cp:revision>
  <dcterms:created xsi:type="dcterms:W3CDTF">2023-07-04T07:33:33Z</dcterms:created>
  <dcterms:modified xsi:type="dcterms:W3CDTF">2025-10-13T06:27:00Z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0x010100C9A991F36DA3004E8BBBEC5EFEDE8C57</vt:lpwstr>
  </property>
</Properties>
</file>