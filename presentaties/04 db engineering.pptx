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4" r:id="rId3"/>
    <p:sldId id="29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C8C453D2-5BA3-4391-AA95-12CC87ADB883}"/>
    <pc:docChg chg="custSel delSld modSld">
      <pc:chgData name="Dragan Javorac" userId="913c2858-fb97-4c6e-a42c-b1f1a16b225e" providerId="ADAL" clId="{C8C453D2-5BA3-4391-AA95-12CC87ADB883}" dt="2024-09-30T06:54:08.888" v="25" actId="207"/>
      <pc:docMkLst>
        <pc:docMk/>
      </pc:docMkLst>
      <pc:sldChg chg="del">
        <pc:chgData name="Dragan Javorac" userId="913c2858-fb97-4c6e-a42c-b1f1a16b225e" providerId="ADAL" clId="{C8C453D2-5BA3-4391-AA95-12CC87ADB883}" dt="2024-09-30T06:20:37.500" v="6" actId="47"/>
        <pc:sldMkLst>
          <pc:docMk/>
          <pc:sldMk cId="3451708679" sldId="281"/>
        </pc:sldMkLst>
      </pc:sldChg>
      <pc:sldChg chg="addSp delSp modSp mod">
        <pc:chgData name="Dragan Javorac" userId="913c2858-fb97-4c6e-a42c-b1f1a16b225e" providerId="ADAL" clId="{C8C453D2-5BA3-4391-AA95-12CC87ADB883}" dt="2024-09-30T06:54:08.888" v="25" actId="207"/>
        <pc:sldMkLst>
          <pc:docMk/>
          <pc:sldMk cId="3209220919" sldId="293"/>
        </pc:sldMkLst>
      </pc:sldChg>
      <pc:sldChg chg="modSp mod">
        <pc:chgData name="Dragan Javorac" userId="913c2858-fb97-4c6e-a42c-b1f1a16b225e" providerId="ADAL" clId="{C8C453D2-5BA3-4391-AA95-12CC87ADB883}" dt="2024-09-30T06:20:48.128" v="23" actId="20577"/>
        <pc:sldMkLst>
          <pc:docMk/>
          <pc:sldMk cId="853319877" sldId="294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</pc:sldChg>
    </pc:docChg>
  </pc:docChgLst>
  <pc:docChgLst>
    <pc:chgData name="Dragan Javorac" userId="913c2858-fb97-4c6e-a42c-b1f1a16b225e" providerId="ADAL" clId="{BC00D9DF-F858-4149-8B7B-F211D448CEDA}"/>
    <pc:docChg chg="custSel modSld">
      <pc:chgData name="Dragan Javorac" userId="913c2858-fb97-4c6e-a42c-b1f1a16b225e" providerId="ADAL" clId="{BC00D9DF-F858-4149-8B7B-F211D448CEDA}" dt="2025-09-29T06:18:17.301" v="103" actId="20577"/>
      <pc:docMkLst>
        <pc:docMk/>
      </pc:docMkLst>
      <pc:sldChg chg="modSp mod">
        <pc:chgData name="Dragan Javorac" userId="913c2858-fb97-4c6e-a42c-b1f1a16b225e" providerId="ADAL" clId="{BC00D9DF-F858-4149-8B7B-F211D448CEDA}" dt="2025-09-05T09:07:41.655" v="1" actId="14100"/>
        <pc:sldMkLst>
          <pc:docMk/>
          <pc:sldMk cId="3811378203" sldId="256"/>
        </pc:sldMkLst>
        <pc:spChg chg="mod">
          <ac:chgData name="Dragan Javorac" userId="913c2858-fb97-4c6e-a42c-b1f1a16b225e" providerId="ADAL" clId="{BC00D9DF-F858-4149-8B7B-F211D448CEDA}" dt="2025-09-05T09:07:41.655" v="1" actId="14100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BC00D9DF-F858-4149-8B7B-F211D448CEDA}" dt="2025-09-05T09:07:39.032" v="0" actId="14100"/>
          <ac:spMkLst>
            <pc:docMk/>
            <pc:sldMk cId="3811378203" sldId="256"/>
            <ac:spMk id="3" creationId="{414EDD6F-592F-340B-435C-61829CBE0859}"/>
          </ac:spMkLst>
        </pc:spChg>
      </pc:sldChg>
      <pc:sldChg chg="modSp mod">
        <pc:chgData name="Dragan Javorac" userId="913c2858-fb97-4c6e-a42c-b1f1a16b225e" providerId="ADAL" clId="{BC00D9DF-F858-4149-8B7B-F211D448CEDA}" dt="2025-09-29T06:18:17.301" v="103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BC00D9DF-F858-4149-8B7B-F211D448CEDA}" dt="2025-09-29T06:18:17.301" v="103" actId="20577"/>
          <ac:spMkLst>
            <pc:docMk/>
            <pc:sldMk cId="3209220919" sldId="293"/>
            <ac:spMk id="3" creationId="{73F8797C-A226-7836-7AC1-7E1ADAA37B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29-9-2025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8484" y="2106743"/>
            <a:ext cx="8359516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8484" y="3205066"/>
            <a:ext cx="8359515" cy="1098323"/>
          </a:xfrm>
        </p:spPr>
        <p:txBody>
          <a:bodyPr>
            <a:normAutofit/>
          </a:bodyPr>
          <a:lstStyle/>
          <a:p>
            <a:r>
              <a:rPr lang="nl-NL" dirty="0"/>
              <a:t>ERD naar Database</a:t>
            </a:r>
          </a:p>
          <a:p>
            <a:r>
              <a:rPr lang="nl-NL" dirty="0"/>
              <a:t>En andersom</a:t>
            </a:r>
          </a:p>
        </p:txBody>
      </p:sp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Presentatie?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Gewoon een demo!</a:t>
            </a:r>
          </a:p>
          <a:p>
            <a:pPr lvl="1"/>
            <a:r>
              <a:rPr lang="nl-NL" dirty="0"/>
              <a:t>Forward/backward engineering</a:t>
            </a:r>
          </a:p>
        </p:txBody>
      </p:sp>
    </p:spTree>
    <p:extLst>
      <p:ext uri="{BB962C8B-B14F-4D97-AF65-F5344CB8AC3E}">
        <p14:creationId xmlns:p14="http://schemas.microsoft.com/office/powerpoint/2010/main" val="85331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21924" cy="3773317"/>
          </a:xfrm>
        </p:spPr>
        <p:txBody>
          <a:bodyPr>
            <a:normAutofit/>
          </a:bodyPr>
          <a:lstStyle/>
          <a:p>
            <a:r>
              <a:rPr lang="nl-NL" dirty="0"/>
              <a:t>Tussenbeoordeling + </a:t>
            </a:r>
            <a:r>
              <a:rPr lang="nl-NL" dirty="0" err="1"/>
              <a:t>simulize</a:t>
            </a:r>
            <a:endParaRPr lang="nl-NL" dirty="0"/>
          </a:p>
          <a:p>
            <a:r>
              <a:rPr lang="nl-NL" dirty="0"/>
              <a:t>Begin met:</a:t>
            </a:r>
          </a:p>
          <a:p>
            <a:pPr lvl="1"/>
            <a:r>
              <a:rPr lang="nl-NL" dirty="0" err="1"/>
              <a:t>simulize</a:t>
            </a:r>
            <a:r>
              <a:rPr lang="nl-NL" dirty="0"/>
              <a:t> inleveren </a:t>
            </a:r>
          </a:p>
          <a:p>
            <a:pPr lvl="1"/>
            <a:r>
              <a:rPr lang="nl-NL" dirty="0" err="1"/>
              <a:t>Progsen</a:t>
            </a:r>
            <a:r>
              <a:rPr lang="nl-NL" dirty="0"/>
              <a:t> uitnodigen voor je </a:t>
            </a:r>
            <a:r>
              <a:rPr lang="nl-NL" dirty="0" err="1"/>
              <a:t>github</a:t>
            </a:r>
            <a:r>
              <a:rPr lang="nl-NL" dirty="0"/>
              <a:t> </a:t>
            </a:r>
            <a:r>
              <a:rPr lang="nl-NL" dirty="0" err="1"/>
              <a:t>repo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16916-0BBC-9BB7-7D54-C5801542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030" y="1968203"/>
            <a:ext cx="46005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361</TotalTime>
  <Words>35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DB</vt:lpstr>
      <vt:lpstr>Presentatie?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2025-09-29T06:18:24Z</dcterms:modified>
</cp:coreProperties>
</file>