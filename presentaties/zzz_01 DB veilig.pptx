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1" r:id="rId8"/>
    <p:sldId id="272" r:id="rId9"/>
    <p:sldId id="27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FC1B6E-0D8C-4EFE-B846-22FF326FEF54}" v="2" dt="2025-09-02T06:47:20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9565963B-5CD5-487C-A9C0-816B4925E7D6}"/>
    <pc:docChg chg="undo custSel addSld delSld modSld sldOrd">
      <pc:chgData name="Dragan Javorac" userId="913c2858-fb97-4c6e-a42c-b1f1a16b225e" providerId="ADAL" clId="{9565963B-5CD5-487C-A9C0-816B4925E7D6}" dt="2024-09-16T06:49:46.026" v="1051" actId="20577"/>
      <pc:docMkLst>
        <pc:docMk/>
      </pc:docMkLst>
      <pc:sldChg chg="modSp mod">
        <pc:chgData name="Dragan Javorac" userId="913c2858-fb97-4c6e-a42c-b1f1a16b225e" providerId="ADAL" clId="{9565963B-5CD5-487C-A9C0-816B4925E7D6}" dt="2024-09-16T06:39:14.595" v="10" actId="20577"/>
        <pc:sldMkLst>
          <pc:docMk/>
          <pc:sldMk cId="3811378203" sldId="256"/>
        </pc:sldMkLst>
      </pc:sldChg>
      <pc:sldChg chg="modSp mod">
        <pc:chgData name="Dragan Javorac" userId="913c2858-fb97-4c6e-a42c-b1f1a16b225e" providerId="ADAL" clId="{9565963B-5CD5-487C-A9C0-816B4925E7D6}" dt="2024-09-16T06:40:53.464" v="58" actId="20577"/>
        <pc:sldMkLst>
          <pc:docMk/>
          <pc:sldMk cId="3300743470" sldId="257"/>
        </pc:sldMkLst>
      </pc:sldChg>
      <pc:sldChg chg="del">
        <pc:chgData name="Dragan Javorac" userId="913c2858-fb97-4c6e-a42c-b1f1a16b225e" providerId="ADAL" clId="{9565963B-5CD5-487C-A9C0-816B4925E7D6}" dt="2024-09-16T06:39:42.667" v="39" actId="47"/>
        <pc:sldMkLst>
          <pc:docMk/>
          <pc:sldMk cId="1670845898" sldId="259"/>
        </pc:sldMkLst>
      </pc:sldChg>
      <pc:sldChg chg="addSp delSp modSp mod">
        <pc:chgData name="Dragan Javorac" userId="913c2858-fb97-4c6e-a42c-b1f1a16b225e" providerId="ADAL" clId="{9565963B-5CD5-487C-A9C0-816B4925E7D6}" dt="2024-09-16T06:40:49.362" v="57" actId="20577"/>
        <pc:sldMkLst>
          <pc:docMk/>
          <pc:sldMk cId="3583996413" sldId="265"/>
        </pc:sldMkLst>
      </pc:sldChg>
      <pc:sldChg chg="del">
        <pc:chgData name="Dragan Javorac" userId="913c2858-fb97-4c6e-a42c-b1f1a16b225e" providerId="ADAL" clId="{9565963B-5CD5-487C-A9C0-816B4925E7D6}" dt="2024-09-16T06:39:48.021" v="40" actId="47"/>
        <pc:sldMkLst>
          <pc:docMk/>
          <pc:sldMk cId="1648467783" sldId="266"/>
        </pc:sldMkLst>
      </pc:sldChg>
      <pc:sldChg chg="addSp modSp add mod">
        <pc:chgData name="Dragan Javorac" userId="913c2858-fb97-4c6e-a42c-b1f1a16b225e" providerId="ADAL" clId="{9565963B-5CD5-487C-A9C0-816B4925E7D6}" dt="2024-09-16T06:42:11.672" v="180" actId="1076"/>
        <pc:sldMkLst>
          <pc:docMk/>
          <pc:sldMk cId="4282025462" sldId="266"/>
        </pc:sldMkLst>
      </pc:sldChg>
      <pc:sldChg chg="addSp modSp add mod">
        <pc:chgData name="Dragan Javorac" userId="913c2858-fb97-4c6e-a42c-b1f1a16b225e" providerId="ADAL" clId="{9565963B-5CD5-487C-A9C0-816B4925E7D6}" dt="2024-09-16T06:43:27.080" v="327" actId="1076"/>
        <pc:sldMkLst>
          <pc:docMk/>
          <pc:sldMk cId="1041761401" sldId="267"/>
        </pc:sldMkLst>
      </pc:sldChg>
      <pc:sldChg chg="del">
        <pc:chgData name="Dragan Javorac" userId="913c2858-fb97-4c6e-a42c-b1f1a16b225e" providerId="ADAL" clId="{9565963B-5CD5-487C-A9C0-816B4925E7D6}" dt="2024-09-16T06:39:42.667" v="39" actId="47"/>
        <pc:sldMkLst>
          <pc:docMk/>
          <pc:sldMk cId="2071724299" sldId="267"/>
        </pc:sldMkLst>
      </pc:sldChg>
      <pc:sldChg chg="del">
        <pc:chgData name="Dragan Javorac" userId="913c2858-fb97-4c6e-a42c-b1f1a16b225e" providerId="ADAL" clId="{9565963B-5CD5-487C-A9C0-816B4925E7D6}" dt="2024-09-16T06:39:42.667" v="39" actId="47"/>
        <pc:sldMkLst>
          <pc:docMk/>
          <pc:sldMk cId="1545876471" sldId="268"/>
        </pc:sldMkLst>
      </pc:sldChg>
      <pc:sldChg chg="addSp delSp modSp add mod">
        <pc:chgData name="Dragan Javorac" userId="913c2858-fb97-4c6e-a42c-b1f1a16b225e" providerId="ADAL" clId="{9565963B-5CD5-487C-A9C0-816B4925E7D6}" dt="2024-09-16T06:45:58.319" v="461" actId="208"/>
        <pc:sldMkLst>
          <pc:docMk/>
          <pc:sldMk cId="4263728683" sldId="268"/>
        </pc:sldMkLst>
      </pc:sldChg>
      <pc:sldChg chg="del">
        <pc:chgData name="Dragan Javorac" userId="913c2858-fb97-4c6e-a42c-b1f1a16b225e" providerId="ADAL" clId="{9565963B-5CD5-487C-A9C0-816B4925E7D6}" dt="2024-09-16T06:39:42.667" v="39" actId="47"/>
        <pc:sldMkLst>
          <pc:docMk/>
          <pc:sldMk cId="275344560" sldId="269"/>
        </pc:sldMkLst>
      </pc:sldChg>
      <pc:sldChg chg="addSp delSp modSp add mod">
        <pc:chgData name="Dragan Javorac" userId="913c2858-fb97-4c6e-a42c-b1f1a16b225e" providerId="ADAL" clId="{9565963B-5CD5-487C-A9C0-816B4925E7D6}" dt="2024-09-16T06:45:31.390" v="458" actId="1076"/>
        <pc:sldMkLst>
          <pc:docMk/>
          <pc:sldMk cId="3465226141" sldId="269"/>
        </pc:sldMkLst>
      </pc:sldChg>
      <pc:sldChg chg="add del">
        <pc:chgData name="Dragan Javorac" userId="913c2858-fb97-4c6e-a42c-b1f1a16b225e" providerId="ADAL" clId="{9565963B-5CD5-487C-A9C0-816B4925E7D6}" dt="2024-09-16T06:46:16.158" v="466" actId="47"/>
        <pc:sldMkLst>
          <pc:docMk/>
          <pc:sldMk cId="2492348410" sldId="270"/>
        </pc:sldMkLst>
      </pc:sldChg>
      <pc:sldChg chg="del">
        <pc:chgData name="Dragan Javorac" userId="913c2858-fb97-4c6e-a42c-b1f1a16b225e" providerId="ADAL" clId="{9565963B-5CD5-487C-A9C0-816B4925E7D6}" dt="2024-09-16T06:39:42.667" v="39" actId="47"/>
        <pc:sldMkLst>
          <pc:docMk/>
          <pc:sldMk cId="2509393653" sldId="270"/>
        </pc:sldMkLst>
      </pc:sldChg>
      <pc:sldChg chg="del">
        <pc:chgData name="Dragan Javorac" userId="913c2858-fb97-4c6e-a42c-b1f1a16b225e" providerId="ADAL" clId="{9565963B-5CD5-487C-A9C0-816B4925E7D6}" dt="2024-09-16T06:39:48.021" v="40" actId="47"/>
        <pc:sldMkLst>
          <pc:docMk/>
          <pc:sldMk cId="1812396322" sldId="271"/>
        </pc:sldMkLst>
      </pc:sldChg>
      <pc:sldChg chg="addSp delSp modSp add mod ord">
        <pc:chgData name="Dragan Javorac" userId="913c2858-fb97-4c6e-a42c-b1f1a16b225e" providerId="ADAL" clId="{9565963B-5CD5-487C-A9C0-816B4925E7D6}" dt="2024-09-16T06:46:42.059" v="538" actId="1076"/>
        <pc:sldMkLst>
          <pc:docMk/>
          <pc:sldMk cId="3188503958" sldId="271"/>
        </pc:sldMkLst>
      </pc:sldChg>
      <pc:sldChg chg="addSp delSp modSp add mod">
        <pc:chgData name="Dragan Javorac" userId="913c2858-fb97-4c6e-a42c-b1f1a16b225e" providerId="ADAL" clId="{9565963B-5CD5-487C-A9C0-816B4925E7D6}" dt="2024-09-16T06:47:50.300" v="648" actId="20577"/>
        <pc:sldMkLst>
          <pc:docMk/>
          <pc:sldMk cId="1577917619" sldId="272"/>
        </pc:sldMkLst>
      </pc:sldChg>
      <pc:sldChg chg="delSp modSp add mod">
        <pc:chgData name="Dragan Javorac" userId="913c2858-fb97-4c6e-a42c-b1f1a16b225e" providerId="ADAL" clId="{9565963B-5CD5-487C-A9C0-816B4925E7D6}" dt="2024-09-16T06:49:46.026" v="1051" actId="20577"/>
        <pc:sldMkLst>
          <pc:docMk/>
          <pc:sldMk cId="1761508016" sldId="273"/>
        </pc:sldMkLst>
      </pc:sldChg>
      <pc:sldChg chg="del">
        <pc:chgData name="Dragan Javorac" userId="913c2858-fb97-4c6e-a42c-b1f1a16b225e" providerId="ADAL" clId="{9565963B-5CD5-487C-A9C0-816B4925E7D6}" dt="2024-09-16T06:39:48.021" v="40" actId="47"/>
        <pc:sldMkLst>
          <pc:docMk/>
          <pc:sldMk cId="2371956023" sldId="273"/>
        </pc:sldMkLst>
      </pc:sldChg>
      <pc:sldChg chg="del">
        <pc:chgData name="Dragan Javorac" userId="913c2858-fb97-4c6e-a42c-b1f1a16b225e" providerId="ADAL" clId="{9565963B-5CD5-487C-A9C0-816B4925E7D6}" dt="2024-09-16T06:39:42.667" v="39" actId="47"/>
        <pc:sldMkLst>
          <pc:docMk/>
          <pc:sldMk cId="2279458216" sldId="274"/>
        </pc:sldMkLst>
      </pc:sldChg>
    </pc:docChg>
  </pc:docChgLst>
  <pc:docChgLst>
    <pc:chgData name="Dragan Javorac" userId="913c2858-fb97-4c6e-a42c-b1f1a16b225e" providerId="ADAL" clId="{A5AEE6FE-354A-4448-AD79-71322F6B333C}"/>
    <pc:docChg chg="modSld">
      <pc:chgData name="Dragan Javorac" userId="913c2858-fb97-4c6e-a42c-b1f1a16b225e" providerId="ADAL" clId="{A5AEE6FE-354A-4448-AD79-71322F6B333C}" dt="2024-09-05T11:37:15.011" v="33" actId="20577"/>
      <pc:docMkLst>
        <pc:docMk/>
      </pc:docMkLst>
      <pc:sldChg chg="modSp mod">
        <pc:chgData name="Dragan Javorac" userId="913c2858-fb97-4c6e-a42c-b1f1a16b225e" providerId="ADAL" clId="{A5AEE6FE-354A-4448-AD79-71322F6B333C}" dt="2024-09-05T11:37:15.011" v="33" actId="20577"/>
        <pc:sldMkLst>
          <pc:docMk/>
          <pc:sldMk cId="3300743470" sldId="257"/>
        </pc:sldMkLst>
      </pc:sldChg>
    </pc:docChg>
  </pc:docChgLst>
  <pc:docChgLst>
    <pc:chgData name="Dragan Javorac" userId="913c2858-fb97-4c6e-a42c-b1f1a16b225e" providerId="ADAL" clId="{F1477162-E3B9-4B3F-B801-B097DA74C41A}"/>
    <pc:docChg chg="custSel addSld modSld">
      <pc:chgData name="Dragan Javorac" userId="913c2858-fb97-4c6e-a42c-b1f1a16b225e" providerId="ADAL" clId="{F1477162-E3B9-4B3F-B801-B097DA74C41A}" dt="2023-07-04T08:20:14.080" v="309" actId="5793"/>
      <pc:docMkLst>
        <pc:docMk/>
      </pc:docMkLst>
      <pc:sldChg chg="addSp delSp modSp mod">
        <pc:chgData name="Dragan Javorac" userId="913c2858-fb97-4c6e-a42c-b1f1a16b225e" providerId="ADAL" clId="{F1477162-E3B9-4B3F-B801-B097DA74C41A}" dt="2023-07-04T07:38:40.296" v="43" actId="1076"/>
        <pc:sldMkLst>
          <pc:docMk/>
          <pc:sldMk cId="3811378203" sldId="256"/>
        </pc:sldMkLst>
      </pc:sldChg>
      <pc:sldChg chg="addSp delSp modSp new mod">
        <pc:chgData name="Dragan Javorac" userId="913c2858-fb97-4c6e-a42c-b1f1a16b225e" providerId="ADAL" clId="{F1477162-E3B9-4B3F-B801-B097DA74C41A}" dt="2023-07-04T08:19:44.170" v="213" actId="1076"/>
        <pc:sldMkLst>
          <pc:docMk/>
          <pc:sldMk cId="3300743470" sldId="257"/>
        </pc:sldMkLst>
      </pc:sldChg>
      <pc:sldChg chg="modSp add mod">
        <pc:chgData name="Dragan Javorac" userId="913c2858-fb97-4c6e-a42c-b1f1a16b225e" providerId="ADAL" clId="{F1477162-E3B9-4B3F-B801-B097DA74C41A}" dt="2023-07-04T08:20:14.080" v="309" actId="5793"/>
        <pc:sldMkLst>
          <pc:docMk/>
          <pc:sldMk cId="1976930380" sldId="258"/>
        </pc:sldMkLst>
      </pc:sldChg>
    </pc:docChg>
  </pc:docChgLst>
  <pc:docChgLst>
    <pc:chgData name="Dragan Javorac" userId="913c2858-fb97-4c6e-a42c-b1f1a16b225e" providerId="ADAL" clId="{7F8D6662-5B01-4EF7-8A19-57188D855E06}"/>
    <pc:docChg chg="undo custSel addSld delSld modSld sldOrd modMainMaster">
      <pc:chgData name="Dragan Javorac" userId="913c2858-fb97-4c6e-a42c-b1f1a16b225e" providerId="ADAL" clId="{7F8D6662-5B01-4EF7-8A19-57188D855E06}" dt="2023-07-04T10:42:58.301" v="1157" actId="1076"/>
      <pc:docMkLst>
        <pc:docMk/>
      </pc:docMkLst>
      <pc:sldChg chg="addSp delSp modSp mod">
        <pc:chgData name="Dragan Javorac" userId="913c2858-fb97-4c6e-a42c-b1f1a16b225e" providerId="ADAL" clId="{7F8D6662-5B01-4EF7-8A19-57188D855E06}" dt="2023-07-04T10:27:45.760" v="760" actId="120"/>
        <pc:sldMkLst>
          <pc:docMk/>
          <pc:sldMk cId="3811378203" sldId="256"/>
        </pc:sldMkLst>
      </pc:sldChg>
      <pc:sldChg chg="delSp modSp mod setBg">
        <pc:chgData name="Dragan Javorac" userId="913c2858-fb97-4c6e-a42c-b1f1a16b225e" providerId="ADAL" clId="{7F8D6662-5B01-4EF7-8A19-57188D855E06}" dt="2023-07-04T10:21:27.239" v="377"/>
        <pc:sldMkLst>
          <pc:docMk/>
          <pc:sldMk cId="3300743470" sldId="257"/>
        </pc:sldMkLst>
      </pc:sldChg>
      <pc:sldChg chg="del">
        <pc:chgData name="Dragan Javorac" userId="913c2858-fb97-4c6e-a42c-b1f1a16b225e" providerId="ADAL" clId="{7F8D6662-5B01-4EF7-8A19-57188D855E06}" dt="2023-07-04T10:20:36.350" v="342" actId="47"/>
        <pc:sldMkLst>
          <pc:docMk/>
          <pc:sldMk cId="1976930380" sldId="258"/>
        </pc:sldMkLst>
      </pc:sldChg>
      <pc:sldChg chg="modSp add mod">
        <pc:chgData name="Dragan Javorac" userId="913c2858-fb97-4c6e-a42c-b1f1a16b225e" providerId="ADAL" clId="{7F8D6662-5B01-4EF7-8A19-57188D855E06}" dt="2023-07-04T10:20:33.898" v="341" actId="313"/>
        <pc:sldMkLst>
          <pc:docMk/>
          <pc:sldMk cId="1670845898" sldId="259"/>
        </pc:sldMkLst>
      </pc:sldChg>
      <pc:sldChg chg="addSp delSp modSp add mod">
        <pc:chgData name="Dragan Javorac" userId="913c2858-fb97-4c6e-a42c-b1f1a16b225e" providerId="ADAL" clId="{7F8D6662-5B01-4EF7-8A19-57188D855E06}" dt="2023-07-04T10:25:47.013" v="666" actId="1076"/>
        <pc:sldMkLst>
          <pc:docMk/>
          <pc:sldMk cId="2046542118" sldId="260"/>
        </pc:sldMkLst>
      </pc:sldChg>
      <pc:sldChg chg="addSp delSp modSp add mod">
        <pc:chgData name="Dragan Javorac" userId="913c2858-fb97-4c6e-a42c-b1f1a16b225e" providerId="ADAL" clId="{7F8D6662-5B01-4EF7-8A19-57188D855E06}" dt="2023-07-04T10:26:49.231" v="705" actId="20577"/>
        <pc:sldMkLst>
          <pc:docMk/>
          <pc:sldMk cId="1225269572" sldId="261"/>
        </pc:sldMkLst>
      </pc:sldChg>
      <pc:sldChg chg="addSp delSp modSp add mod ord">
        <pc:chgData name="Dragan Javorac" userId="913c2858-fb97-4c6e-a42c-b1f1a16b225e" providerId="ADAL" clId="{7F8D6662-5B01-4EF7-8A19-57188D855E06}" dt="2023-07-04T10:39:39.196" v="971" actId="1076"/>
        <pc:sldMkLst>
          <pc:docMk/>
          <pc:sldMk cId="1222090376" sldId="262"/>
        </pc:sldMkLst>
      </pc:sldChg>
      <pc:sldChg chg="addSp delSp modSp add mod">
        <pc:chgData name="Dragan Javorac" userId="913c2858-fb97-4c6e-a42c-b1f1a16b225e" providerId="ADAL" clId="{7F8D6662-5B01-4EF7-8A19-57188D855E06}" dt="2023-07-04T10:39:59.259" v="982" actId="20577"/>
        <pc:sldMkLst>
          <pc:docMk/>
          <pc:sldMk cId="589306920" sldId="263"/>
        </pc:sldMkLst>
      </pc:sldChg>
      <pc:sldChg chg="addSp delSp modSp add mod">
        <pc:chgData name="Dragan Javorac" userId="913c2858-fb97-4c6e-a42c-b1f1a16b225e" providerId="ADAL" clId="{7F8D6662-5B01-4EF7-8A19-57188D855E06}" dt="2023-07-04T10:40:19.436" v="1020" actId="20577"/>
        <pc:sldMkLst>
          <pc:docMk/>
          <pc:sldMk cId="4014016235" sldId="264"/>
        </pc:sldMkLst>
      </pc:sldChg>
      <pc:sldChg chg="add del">
        <pc:chgData name="Dragan Javorac" userId="913c2858-fb97-4c6e-a42c-b1f1a16b225e" providerId="ADAL" clId="{7F8D6662-5B01-4EF7-8A19-57188D855E06}" dt="2023-07-04T10:29:38.998" v="827" actId="47"/>
        <pc:sldMkLst>
          <pc:docMk/>
          <pc:sldMk cId="2972604342" sldId="265"/>
        </pc:sldMkLst>
      </pc:sldChg>
      <pc:sldChg chg="addSp delSp modSp add mod">
        <pc:chgData name="Dragan Javorac" userId="913c2858-fb97-4c6e-a42c-b1f1a16b225e" providerId="ADAL" clId="{7F8D6662-5B01-4EF7-8A19-57188D855E06}" dt="2023-07-04T10:42:58.301" v="1157" actId="1076"/>
        <pc:sldMkLst>
          <pc:docMk/>
          <pc:sldMk cId="3583996413" sldId="265"/>
        </pc:sldMkLst>
      </pc:sldChg>
      <pc:sldMasterChg chg="setBg modSldLayout">
        <pc:chgData name="Dragan Javorac" userId="913c2858-fb97-4c6e-a42c-b1f1a16b225e" providerId="ADAL" clId="{7F8D6662-5B01-4EF7-8A19-57188D855E06}" dt="2023-07-04T10:21:27.239" v="377"/>
        <pc:sldMasterMkLst>
          <pc:docMk/>
          <pc:sldMasterMk cId="3693416429" sldId="2147483660"/>
        </pc:sldMasterMkLst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162610225" sldId="2147483661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40797094" sldId="2147483662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605278620" sldId="2147483663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9008843" sldId="2147483664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78268795" sldId="2147483665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209549964" sldId="2147483666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98971065" sldId="2147483667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80203837" sldId="2147483668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35880648" sldId="2147483669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1266034" sldId="2147483670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158079414" sldId="2147483671"/>
          </pc:sldLayoutMkLst>
        </pc:sldLayoutChg>
      </pc:sldMasterChg>
    </pc:docChg>
  </pc:docChgLst>
  <pc:docChgLst>
    <pc:chgData name="Dragan Javorac" userId="913c2858-fb97-4c6e-a42c-b1f1a16b225e" providerId="ADAL" clId="{9F4756D4-19AA-4BFB-812C-6BAA87C5B402}"/>
    <pc:docChg chg="undo custSel addSld delSld modSld">
      <pc:chgData name="Dragan Javorac" userId="913c2858-fb97-4c6e-a42c-b1f1a16b225e" providerId="ADAL" clId="{9F4756D4-19AA-4BFB-812C-6BAA87C5B402}" dt="2023-09-07T08:12:40.816" v="696" actId="20577"/>
      <pc:docMkLst>
        <pc:docMk/>
      </pc:docMkLst>
      <pc:sldChg chg="modSp mod">
        <pc:chgData name="Dragan Javorac" userId="913c2858-fb97-4c6e-a42c-b1f1a16b225e" providerId="ADAL" clId="{9F4756D4-19AA-4BFB-812C-6BAA87C5B402}" dt="2023-09-07T07:32:51.306" v="316" actId="20577"/>
        <pc:sldMkLst>
          <pc:docMk/>
          <pc:sldMk cId="3300743470" sldId="257"/>
        </pc:sldMkLst>
      </pc:sldChg>
      <pc:sldChg chg="addSp delSp modSp mod">
        <pc:chgData name="Dragan Javorac" userId="913c2858-fb97-4c6e-a42c-b1f1a16b225e" providerId="ADAL" clId="{9F4756D4-19AA-4BFB-812C-6BAA87C5B402}" dt="2023-09-07T07:31:39.338" v="205" actId="20577"/>
        <pc:sldMkLst>
          <pc:docMk/>
          <pc:sldMk cId="3583996413" sldId="265"/>
        </pc:sldMkLst>
      </pc:sldChg>
      <pc:sldChg chg="modSp mod">
        <pc:chgData name="Dragan Javorac" userId="913c2858-fb97-4c6e-a42c-b1f1a16b225e" providerId="ADAL" clId="{9F4756D4-19AA-4BFB-812C-6BAA87C5B402}" dt="2023-09-07T08:12:40.816" v="696" actId="20577"/>
        <pc:sldMkLst>
          <pc:docMk/>
          <pc:sldMk cId="1648467783" sldId="266"/>
        </pc:sldMkLst>
      </pc:sldChg>
      <pc:sldChg chg="modSp mod">
        <pc:chgData name="Dragan Javorac" userId="913c2858-fb97-4c6e-a42c-b1f1a16b225e" providerId="ADAL" clId="{9F4756D4-19AA-4BFB-812C-6BAA87C5B402}" dt="2023-09-07T07:26:26.904" v="2" actId="6549"/>
        <pc:sldMkLst>
          <pc:docMk/>
          <pc:sldMk cId="2071724299" sldId="267"/>
        </pc:sldMkLst>
      </pc:sldChg>
      <pc:sldChg chg="addSp modSp mod">
        <pc:chgData name="Dragan Javorac" userId="913c2858-fb97-4c6e-a42c-b1f1a16b225e" providerId="ADAL" clId="{9F4756D4-19AA-4BFB-812C-6BAA87C5B402}" dt="2023-09-07T07:27:17.828" v="65" actId="1076"/>
        <pc:sldMkLst>
          <pc:docMk/>
          <pc:sldMk cId="1545876471" sldId="268"/>
        </pc:sldMkLst>
      </pc:sldChg>
      <pc:sldChg chg="modSp mod">
        <pc:chgData name="Dragan Javorac" userId="913c2858-fb97-4c6e-a42c-b1f1a16b225e" providerId="ADAL" clId="{9F4756D4-19AA-4BFB-812C-6BAA87C5B402}" dt="2023-09-07T07:27:31.423" v="66" actId="20577"/>
        <pc:sldMkLst>
          <pc:docMk/>
          <pc:sldMk cId="275344560" sldId="269"/>
        </pc:sldMkLst>
      </pc:sldChg>
      <pc:sldChg chg="addSp modSp mod">
        <pc:chgData name="Dragan Javorac" userId="913c2858-fb97-4c6e-a42c-b1f1a16b225e" providerId="ADAL" clId="{9F4756D4-19AA-4BFB-812C-6BAA87C5B402}" dt="2023-09-07T07:28:20.732" v="140" actId="1076"/>
        <pc:sldMkLst>
          <pc:docMk/>
          <pc:sldMk cId="1812396322" sldId="271"/>
        </pc:sldMkLst>
      </pc:sldChg>
      <pc:sldChg chg="del">
        <pc:chgData name="Dragan Javorac" userId="913c2858-fb97-4c6e-a42c-b1f1a16b225e" providerId="ADAL" clId="{9F4756D4-19AA-4BFB-812C-6BAA87C5B402}" dt="2023-09-07T07:28:47.432" v="141" actId="47"/>
        <pc:sldMkLst>
          <pc:docMk/>
          <pc:sldMk cId="3684146358" sldId="272"/>
        </pc:sldMkLst>
      </pc:sldChg>
      <pc:sldChg chg="modSp mod">
        <pc:chgData name="Dragan Javorac" userId="913c2858-fb97-4c6e-a42c-b1f1a16b225e" providerId="ADAL" clId="{9F4756D4-19AA-4BFB-812C-6BAA87C5B402}" dt="2023-09-07T07:36:37.972" v="655" actId="20577"/>
        <pc:sldMkLst>
          <pc:docMk/>
          <pc:sldMk cId="2371956023" sldId="273"/>
        </pc:sldMkLst>
      </pc:sldChg>
      <pc:sldChg chg="add">
        <pc:chgData name="Dragan Javorac" userId="913c2858-fb97-4c6e-a42c-b1f1a16b225e" providerId="ADAL" clId="{9F4756D4-19AA-4BFB-812C-6BAA87C5B402}" dt="2023-09-07T07:32:11.308" v="208" actId="2890"/>
        <pc:sldMkLst>
          <pc:docMk/>
          <pc:sldMk cId="2279458216" sldId="274"/>
        </pc:sldMkLst>
      </pc:sldChg>
      <pc:sldChg chg="add del">
        <pc:chgData name="Dragan Javorac" userId="913c2858-fb97-4c6e-a42c-b1f1a16b225e" providerId="ADAL" clId="{9F4756D4-19AA-4BFB-812C-6BAA87C5B402}" dt="2023-09-07T07:32:09.547" v="207" actId="2890"/>
        <pc:sldMkLst>
          <pc:docMk/>
          <pc:sldMk cId="2574927242" sldId="274"/>
        </pc:sldMkLst>
      </pc:sldChg>
      <pc:sldChg chg="addSp modSp add del mod">
        <pc:chgData name="Dragan Javorac" userId="913c2858-fb97-4c6e-a42c-b1f1a16b225e" providerId="ADAL" clId="{9F4756D4-19AA-4BFB-812C-6BAA87C5B402}" dt="2023-09-07T07:58:28.134" v="656" actId="47"/>
        <pc:sldMkLst>
          <pc:docMk/>
          <pc:sldMk cId="879271340" sldId="275"/>
        </pc:sldMkLst>
      </pc:sldChg>
      <pc:sldChg chg="add del">
        <pc:chgData name="Dragan Javorac" userId="913c2858-fb97-4c6e-a42c-b1f1a16b225e" providerId="ADAL" clId="{9F4756D4-19AA-4BFB-812C-6BAA87C5B402}" dt="2023-09-07T08:12:19.405" v="658" actId="47"/>
        <pc:sldMkLst>
          <pc:docMk/>
          <pc:sldMk cId="1338633288" sldId="275"/>
        </pc:sldMkLst>
      </pc:sldChg>
    </pc:docChg>
  </pc:docChgLst>
  <pc:docChgLst>
    <pc:chgData name="Dragan Javorac" userId="913c2858-fb97-4c6e-a42c-b1f1a16b225e" providerId="ADAL" clId="{BC00D9DF-F858-4149-8B7B-F211D448CEDA}"/>
    <pc:docChg chg="modSld">
      <pc:chgData name="Dragan Javorac" userId="913c2858-fb97-4c6e-a42c-b1f1a16b225e" providerId="ADAL" clId="{BC00D9DF-F858-4149-8B7B-F211D448CEDA}" dt="2025-09-02T06:47:20.152" v="1" actId="20577"/>
      <pc:docMkLst>
        <pc:docMk/>
      </pc:docMkLst>
      <pc:sldChg chg="modSp mod">
        <pc:chgData name="Dragan Javorac" userId="913c2858-fb97-4c6e-a42c-b1f1a16b225e" providerId="ADAL" clId="{BC00D9DF-F858-4149-8B7B-F211D448CEDA}" dt="2025-09-02T06:47:20.152" v="1" actId="20577"/>
        <pc:sldMkLst>
          <pc:docMk/>
          <pc:sldMk cId="3583996413" sldId="265"/>
        </pc:sldMkLst>
        <pc:spChg chg="mod">
          <ac:chgData name="Dragan Javorac" userId="913c2858-fb97-4c6e-a42c-b1f1a16b225e" providerId="ADAL" clId="{BC00D9DF-F858-4149-8B7B-F211D448CEDA}" dt="2025-09-02T06:47:20.152" v="1" actId="20577"/>
          <ac:spMkLst>
            <pc:docMk/>
            <pc:sldMk cId="3583996413" sldId="265"/>
            <ac:spMk id="3" creationId="{73F8797C-A226-7836-7AC1-7E1ADAA37B9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2610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079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527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900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2-9-2025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826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2-9-2025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954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2-9-2025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897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20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88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126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807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86000">
              <a:schemeClr val="accent6">
                <a:lumMod val="7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4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43C45-51C9-413D-93FA-8A8D8BED7348}" type="datetimeFigureOut">
              <a:rPr lang="nl-NL" smtClean="0"/>
              <a:t>2-9-2025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3416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progsen/M5ProgWebExeric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B7A23-90F0-99CA-4080-9110B0259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6743"/>
            <a:ext cx="9144000" cy="1098323"/>
          </a:xfrm>
        </p:spPr>
        <p:txBody>
          <a:bodyPr/>
          <a:lstStyle/>
          <a:p>
            <a:r>
              <a:rPr lang="nl-NL" dirty="0"/>
              <a:t>DB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4EDD6F-592F-340B-435C-61829CBE0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05066"/>
            <a:ext cx="9144000" cy="587407"/>
          </a:xfrm>
        </p:spPr>
        <p:txBody>
          <a:bodyPr/>
          <a:lstStyle/>
          <a:p>
            <a:r>
              <a:rPr lang="nl-NL" dirty="0"/>
              <a:t>Beveiliging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9B8BA3-F095-3E24-5523-552CBD5DE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50" y="837413"/>
            <a:ext cx="4748044" cy="535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378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Vandaag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Docker veiliger opzetten</a:t>
            </a:r>
          </a:p>
          <a:p>
            <a:pPr lvl="1"/>
            <a:r>
              <a:rPr lang="nl-NL" dirty="0"/>
              <a:t>Wat hebben we nou gedaan?</a:t>
            </a:r>
          </a:p>
          <a:p>
            <a:r>
              <a:rPr lang="nl-NL" dirty="0"/>
              <a:t>Intro database users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00743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Onduidelijk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Foutje van mijn kant</a:t>
            </a:r>
          </a:p>
          <a:p>
            <a:pPr lvl="1"/>
            <a:r>
              <a:rPr lang="nl-NL" dirty="0"/>
              <a:t>Ik had wat in de code laten staan</a:t>
            </a:r>
          </a:p>
          <a:p>
            <a:pPr lvl="1"/>
            <a:endParaRPr lang="nl-NL" dirty="0"/>
          </a:p>
          <a:p>
            <a:r>
              <a:rPr lang="nl-NL" dirty="0"/>
              <a:t>Image moet </a:t>
            </a:r>
            <a:r>
              <a:rPr lang="nl-NL" dirty="0" err="1"/>
              <a:t>mysql:latest</a:t>
            </a:r>
            <a:r>
              <a:rPr lang="nl-NL" dirty="0"/>
              <a:t> zijn!</a:t>
            </a:r>
          </a:p>
          <a:p>
            <a:pPr lvl="1"/>
            <a:endParaRPr lang="nl-NL" dirty="0"/>
          </a:p>
          <a:p>
            <a:pPr lvl="1"/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861E79-95A3-A384-35CF-F9CC2F4FA7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2239"/>
          <a:stretch/>
        </p:blipFill>
        <p:spPr>
          <a:xfrm>
            <a:off x="1186477" y="3838789"/>
            <a:ext cx="7214217" cy="127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025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Docker veiliger?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0267" y="1586343"/>
            <a:ext cx="10515600" cy="4351338"/>
          </a:xfrm>
        </p:spPr>
        <p:txBody>
          <a:bodyPr/>
          <a:lstStyle/>
          <a:p>
            <a:r>
              <a:rPr lang="nl-NL" dirty="0"/>
              <a:t>Tot nu toe:</a:t>
            </a:r>
          </a:p>
          <a:p>
            <a:pPr lvl="1"/>
            <a:r>
              <a:rPr lang="nl-NL" dirty="0"/>
              <a:t>Docker </a:t>
            </a:r>
            <a:r>
              <a:rPr lang="nl-NL" dirty="0" err="1"/>
              <a:t>compose</a:t>
            </a:r>
            <a:r>
              <a:rPr lang="nl-NL" dirty="0"/>
              <a:t> file in git</a:t>
            </a:r>
          </a:p>
          <a:p>
            <a:pPr lvl="1"/>
            <a:endParaRPr lang="nl-NL" dirty="0"/>
          </a:p>
          <a:p>
            <a:pPr lvl="1"/>
            <a:r>
              <a:rPr lang="nl-NL" dirty="0"/>
              <a:t>Met wachtwoorden</a:t>
            </a:r>
          </a:p>
          <a:p>
            <a:pPr lvl="1"/>
            <a:endParaRPr lang="nl-NL" dirty="0"/>
          </a:p>
          <a:p>
            <a:r>
              <a:rPr lang="nl-NL" dirty="0"/>
              <a:t>Naar de .</a:t>
            </a:r>
            <a:r>
              <a:rPr lang="nl-NL" dirty="0" err="1"/>
              <a:t>env</a:t>
            </a:r>
            <a:r>
              <a:rPr lang="nl-NL" dirty="0"/>
              <a:t> file</a:t>
            </a:r>
          </a:p>
          <a:p>
            <a:pPr lvl="1"/>
            <a:r>
              <a:rPr lang="nl-NL" dirty="0"/>
              <a:t>Die in .</a:t>
            </a:r>
            <a:r>
              <a:rPr lang="nl-NL" dirty="0" err="1"/>
              <a:t>gitignore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861E79-95A3-A384-35CF-F9CC2F4FA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190" y="2330704"/>
            <a:ext cx="4276636" cy="4244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AD2D10-7429-F234-8304-C46F8EB39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46" y="1586343"/>
            <a:ext cx="2129059" cy="346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761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Docker veiliger?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177" y="1569251"/>
            <a:ext cx="10515600" cy="4351338"/>
          </a:xfrm>
        </p:spPr>
        <p:txBody>
          <a:bodyPr/>
          <a:lstStyle/>
          <a:p>
            <a:r>
              <a:rPr lang="nl-NL" dirty="0"/>
              <a:t>Root alleen bij </a:t>
            </a:r>
            <a:r>
              <a:rPr lang="nl-NL" dirty="0" err="1"/>
              <a:t>compose</a:t>
            </a:r>
            <a:endParaRPr lang="nl-NL" dirty="0"/>
          </a:p>
          <a:p>
            <a:endParaRPr lang="nl-NL" dirty="0"/>
          </a:p>
          <a:p>
            <a:r>
              <a:rPr lang="nl-NL" dirty="0"/>
              <a:t>Niet in de </a:t>
            </a:r>
            <a:r>
              <a:rPr lang="nl-NL" dirty="0" err="1"/>
              <a:t>webhost</a:t>
            </a:r>
            <a:r>
              <a:rPr lang="nl-NL" dirty="0"/>
              <a:t> directory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482B1D-92D8-4641-7BF1-5E582543B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587" y="2262454"/>
            <a:ext cx="2628900" cy="2162175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5F4C89CD-967E-66ED-67B8-B52AC5B20F4F}"/>
              </a:ext>
            </a:extLst>
          </p:cNvPr>
          <p:cNvSpPr/>
          <p:nvPr/>
        </p:nvSpPr>
        <p:spPr>
          <a:xfrm>
            <a:off x="8703981" y="2017690"/>
            <a:ext cx="1717704" cy="1325563"/>
          </a:xfrm>
          <a:prstGeom prst="wedgeRoundRectCallout">
            <a:avLst>
              <a:gd name="adj1" fmla="val -171082"/>
              <a:gd name="adj2" fmla="val 963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Html folder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03F66F39-B844-92C9-E8CC-25D3B91A985B}"/>
              </a:ext>
            </a:extLst>
          </p:cNvPr>
          <p:cNvSpPr/>
          <p:nvPr/>
        </p:nvSpPr>
        <p:spPr>
          <a:xfrm>
            <a:off x="9181121" y="3884597"/>
            <a:ext cx="1717704" cy="1325563"/>
          </a:xfrm>
          <a:prstGeom prst="wedgeRoundRectCallout">
            <a:avLst>
              <a:gd name="adj1" fmla="val -188495"/>
              <a:gd name="adj2" fmla="val -5096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.</a:t>
            </a:r>
            <a:r>
              <a:rPr lang="nl-NL" dirty="0" err="1"/>
              <a:t>env</a:t>
            </a:r>
            <a:r>
              <a:rPr lang="nl-NL" dirty="0"/>
              <a:t> voor </a:t>
            </a:r>
            <a:r>
              <a:rPr lang="nl-NL" dirty="0" err="1"/>
              <a:t>compose</a:t>
            </a:r>
            <a:endParaRPr lang="nl-N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6EE648-38F6-2359-BD53-33DB97B13A5F}"/>
              </a:ext>
            </a:extLst>
          </p:cNvPr>
          <p:cNvSpPr/>
          <p:nvPr/>
        </p:nvSpPr>
        <p:spPr>
          <a:xfrm>
            <a:off x="5990602" y="2897024"/>
            <a:ext cx="1333144" cy="863126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3728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Layers</a:t>
            </a:r>
            <a:r>
              <a:rPr lang="nl-NL" dirty="0"/>
              <a:t> ^^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17FE0E-5E2D-3C36-749C-AC81A7E1F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31" y="1797056"/>
            <a:ext cx="425767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26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Database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177" y="1569251"/>
            <a:ext cx="10515600" cy="4351338"/>
          </a:xfrm>
        </p:spPr>
        <p:txBody>
          <a:bodyPr/>
          <a:lstStyle/>
          <a:p>
            <a:r>
              <a:rPr lang="nl-NL" dirty="0"/>
              <a:t>1 Database server:</a:t>
            </a:r>
          </a:p>
          <a:p>
            <a:pPr lvl="1"/>
            <a:r>
              <a:rPr lang="nl-NL" dirty="0"/>
              <a:t>Meerdere applicaties</a:t>
            </a:r>
          </a:p>
          <a:p>
            <a:pPr lvl="1"/>
            <a:endParaRPr lang="nl-NL" dirty="0"/>
          </a:p>
          <a:p>
            <a:pPr lvl="1"/>
            <a:r>
              <a:rPr lang="nl-NL" dirty="0"/>
              <a:t>1 user?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9A092B-41E0-330D-E9C2-778373A19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3016" y="1569251"/>
            <a:ext cx="2129059" cy="346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503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Beter: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177" y="1569251"/>
            <a:ext cx="10515600" cy="4351338"/>
          </a:xfrm>
        </p:spPr>
        <p:txBody>
          <a:bodyPr/>
          <a:lstStyle/>
          <a:p>
            <a:r>
              <a:rPr lang="nl-NL" dirty="0"/>
              <a:t>1 Database server:</a:t>
            </a:r>
          </a:p>
          <a:p>
            <a:pPr lvl="1"/>
            <a:r>
              <a:rPr lang="nl-NL" dirty="0"/>
              <a:t>Meerdere applicaties</a:t>
            </a:r>
          </a:p>
          <a:p>
            <a:pPr lvl="1"/>
            <a:endParaRPr lang="nl-NL" dirty="0"/>
          </a:p>
          <a:p>
            <a:pPr lvl="2"/>
            <a:r>
              <a:rPr lang="nl-NL" dirty="0"/>
              <a:t>Elke applicatie 1 of meerdere users</a:t>
            </a:r>
          </a:p>
          <a:p>
            <a:pPr lvl="3"/>
            <a:r>
              <a:rPr lang="nl-NL" dirty="0"/>
              <a:t>Afhankelijk van de rechten op de data</a:t>
            </a:r>
          </a:p>
          <a:p>
            <a:pPr lvl="3"/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1976CB-3190-8D3B-E15B-07981983C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802312" y="1440678"/>
            <a:ext cx="3187358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17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Voorbeeld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177" y="1569251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nl-NL" dirty="0"/>
              <a:t>Bol.com</a:t>
            </a:r>
          </a:p>
          <a:p>
            <a:endParaRPr lang="nl-NL" dirty="0"/>
          </a:p>
          <a:p>
            <a:r>
              <a:rPr lang="nl-NL" dirty="0"/>
              <a:t>Website kan bijvoorbeeld:</a:t>
            </a:r>
          </a:p>
          <a:p>
            <a:pPr lvl="1"/>
            <a:r>
              <a:rPr lang="nl-NL" dirty="0"/>
              <a:t>Een </a:t>
            </a:r>
            <a:r>
              <a:rPr lang="nl-NL" dirty="0" err="1"/>
              <a:t>read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user hebben om producten te lezen</a:t>
            </a:r>
          </a:p>
          <a:p>
            <a:pPr lvl="1"/>
            <a:r>
              <a:rPr lang="nl-NL" dirty="0"/>
              <a:t>De </a:t>
            </a:r>
            <a:r>
              <a:rPr lang="nl-NL" dirty="0" err="1"/>
              <a:t>webservice</a:t>
            </a:r>
            <a:r>
              <a:rPr lang="nl-NL" dirty="0"/>
              <a:t> waarmee gebruikers inloggen heeft een user</a:t>
            </a:r>
          </a:p>
          <a:p>
            <a:pPr lvl="1"/>
            <a:r>
              <a:rPr lang="nl-NL" dirty="0"/>
              <a:t>De </a:t>
            </a:r>
            <a:r>
              <a:rPr lang="nl-NL" dirty="0" err="1"/>
              <a:t>webservice</a:t>
            </a:r>
            <a:r>
              <a:rPr lang="nl-NL" dirty="0"/>
              <a:t> waarmee de website praat om dingen te bestellen:</a:t>
            </a:r>
          </a:p>
          <a:p>
            <a:pPr lvl="2"/>
            <a:r>
              <a:rPr lang="nl-NL" dirty="0"/>
              <a:t>Een user</a:t>
            </a:r>
          </a:p>
          <a:p>
            <a:pPr lvl="1"/>
            <a:r>
              <a:rPr lang="nl-NL" dirty="0"/>
              <a:t>De administratie site voor verkopers:</a:t>
            </a:r>
          </a:p>
          <a:p>
            <a:pPr lvl="2"/>
            <a:r>
              <a:rPr lang="nl-NL" dirty="0"/>
              <a:t>Read/</a:t>
            </a:r>
            <a:r>
              <a:rPr lang="nl-NL" dirty="0" err="1"/>
              <a:t>write</a:t>
            </a:r>
            <a:r>
              <a:rPr lang="nl-NL" dirty="0"/>
              <a:t> op tabellen</a:t>
            </a:r>
          </a:p>
          <a:p>
            <a:pPr lvl="1"/>
            <a:r>
              <a:rPr lang="nl-NL" dirty="0"/>
              <a:t>De administratie site van bol zelf:</a:t>
            </a:r>
          </a:p>
          <a:p>
            <a:pPr lvl="2"/>
            <a:r>
              <a:rPr lang="nl-NL" dirty="0"/>
              <a:t>Read/</a:t>
            </a:r>
            <a:r>
              <a:rPr lang="nl-NL" dirty="0" err="1"/>
              <a:t>write</a:t>
            </a:r>
            <a:r>
              <a:rPr lang="nl-NL" dirty="0"/>
              <a:t> </a:t>
            </a:r>
            <a:r>
              <a:rPr lang="nl-NL"/>
              <a:t>op meer tabellen</a:t>
            </a:r>
            <a:endParaRPr lang="nl-NL" dirty="0"/>
          </a:p>
          <a:p>
            <a:pPr marL="914400" lvl="2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61508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Huiswerk &amp; 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421016" cy="4733795"/>
          </a:xfrm>
        </p:spPr>
        <p:txBody>
          <a:bodyPr>
            <a:normAutofit/>
          </a:bodyPr>
          <a:lstStyle/>
          <a:p>
            <a:r>
              <a:rPr lang="nl-NL">
                <a:hlinkClick r:id="rId2"/>
              </a:rPr>
              <a:t>https://github.com/progsen/M5ProgWebExerices</a:t>
            </a:r>
            <a:endParaRPr lang="nl-NL"/>
          </a:p>
          <a:p>
            <a:endParaRPr lang="nl-N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9615E6-C33E-423F-4BB2-BC7E20E15E9B}"/>
              </a:ext>
            </a:extLst>
          </p:cNvPr>
          <p:cNvSpPr txBox="1"/>
          <p:nvPr/>
        </p:nvSpPr>
        <p:spPr>
          <a:xfrm>
            <a:off x="5661349" y="4454415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6B2A46-1C75-5613-7E61-5428D8A0C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160" y="2004347"/>
            <a:ext cx="28194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996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E9DCF2"/>
      </a:hlink>
      <a:folHlink>
        <a:srgbClr val="3EBBF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227</TotalTime>
  <Words>185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DB</vt:lpstr>
      <vt:lpstr>Vandaag</vt:lpstr>
      <vt:lpstr>Onduidelijk</vt:lpstr>
      <vt:lpstr>Docker veiliger?</vt:lpstr>
      <vt:lpstr>Docker veiliger?</vt:lpstr>
      <vt:lpstr>Layers ^^</vt:lpstr>
      <vt:lpstr>Database users</vt:lpstr>
      <vt:lpstr>Beter:</vt:lpstr>
      <vt:lpstr>Voorbeeld</vt:lpstr>
      <vt:lpstr>Huiswerk &amp; deze 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</dc:title>
  <dc:creator>Dragan Javorac</dc:creator>
  <cp:lastModifiedBy>Dragan Javorac</cp:lastModifiedBy>
  <cp:revision>11</cp:revision>
  <dcterms:created xsi:type="dcterms:W3CDTF">2023-07-04T07:33:33Z</dcterms:created>
  <dcterms:modified xsi:type="dcterms:W3CDTF">2025-09-02T06:47:20Z</dcterms:modified>
</cp:coreProperties>
</file>