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sldIdLst>
    <p:sldId id="256" r:id="rId5"/>
    <p:sldId id="305" r:id="rId6"/>
    <p:sldId id="306" r:id="rId7"/>
    <p:sldId id="308" r:id="rId8"/>
    <p:sldId id="312" r:id="rId9"/>
    <p:sldId id="311" r:id="rId10"/>
    <p:sldId id="309" r:id="rId11"/>
    <p:sldId id="310" r:id="rId12"/>
    <p:sldId id="293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2" d="100"/>
          <a:sy n="112" d="100"/>
        </p:scale>
        <p:origin x="492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ragan Javorac" userId="913c2858-fb97-4c6e-a42c-b1f1a16b225e" providerId="ADAL" clId="{BC00D9DF-F858-4149-8B7B-F211D448CEDA}"/>
    <pc:docChg chg="custSel modSld">
      <pc:chgData name="Dragan Javorac" userId="913c2858-fb97-4c6e-a42c-b1f1a16b225e" providerId="ADAL" clId="{BC00D9DF-F858-4149-8B7B-F211D448CEDA}" dt="2025-10-27T08:27:43.047" v="41" actId="20577"/>
      <pc:docMkLst>
        <pc:docMk/>
      </pc:docMkLst>
      <pc:sldChg chg="addSp delSp modSp mod">
        <pc:chgData name="Dragan Javorac" userId="913c2858-fb97-4c6e-a42c-b1f1a16b225e" providerId="ADAL" clId="{BC00D9DF-F858-4149-8B7B-F211D448CEDA}" dt="2025-10-27T07:32:16.669" v="3" actId="14100"/>
        <pc:sldMkLst>
          <pc:docMk/>
          <pc:sldMk cId="3209220919" sldId="293"/>
        </pc:sldMkLst>
        <pc:picChg chg="add mod">
          <ac:chgData name="Dragan Javorac" userId="913c2858-fb97-4c6e-a42c-b1f1a16b225e" providerId="ADAL" clId="{BC00D9DF-F858-4149-8B7B-F211D448CEDA}" dt="2025-10-27T07:32:16.669" v="3" actId="14100"/>
          <ac:picMkLst>
            <pc:docMk/>
            <pc:sldMk cId="3209220919" sldId="293"/>
            <ac:picMk id="4" creationId="{142A73C2-BB63-0F33-2FFA-2FC6BC83EAA0}"/>
          </ac:picMkLst>
        </pc:picChg>
        <pc:picChg chg="del">
          <ac:chgData name="Dragan Javorac" userId="913c2858-fb97-4c6e-a42c-b1f1a16b225e" providerId="ADAL" clId="{BC00D9DF-F858-4149-8B7B-F211D448CEDA}" dt="2025-10-27T07:32:13.692" v="0" actId="478"/>
          <ac:picMkLst>
            <pc:docMk/>
            <pc:sldMk cId="3209220919" sldId="293"/>
            <ac:picMk id="5" creationId="{572287C0-DCBE-0BCB-733D-D51DD8BCD9B9}"/>
          </ac:picMkLst>
        </pc:picChg>
      </pc:sldChg>
      <pc:sldChg chg="modSp mod">
        <pc:chgData name="Dragan Javorac" userId="913c2858-fb97-4c6e-a42c-b1f1a16b225e" providerId="ADAL" clId="{BC00D9DF-F858-4149-8B7B-F211D448CEDA}" dt="2025-10-27T08:27:43.047" v="41" actId="20577"/>
        <pc:sldMkLst>
          <pc:docMk/>
          <pc:sldMk cId="2775000435" sldId="309"/>
        </pc:sldMkLst>
        <pc:spChg chg="mod">
          <ac:chgData name="Dragan Javorac" userId="913c2858-fb97-4c6e-a42c-b1f1a16b225e" providerId="ADAL" clId="{BC00D9DF-F858-4149-8B7B-F211D448CEDA}" dt="2025-10-27T08:27:43.047" v="41" actId="20577"/>
          <ac:spMkLst>
            <pc:docMk/>
            <pc:sldMk cId="2775000435" sldId="309"/>
            <ac:spMk id="2" creationId="{4B2587E6-A2B4-1220-883A-427725F690A4}"/>
          </ac:spMkLst>
        </pc:spChg>
      </pc:sldChg>
    </pc:docChg>
  </pc:docChgLst>
  <pc:docChgLst>
    <pc:chgData name="Dragan Javorac" userId="913c2858-fb97-4c6e-a42c-b1f1a16b225e" providerId="ADAL" clId="{7F8D6662-5B01-4EF7-8A19-57188D855E06}"/>
    <pc:docChg chg="undo custSel addSld delSld modSld sldOrd modMainMaster">
      <pc:chgData name="Dragan Javorac" userId="913c2858-fb97-4c6e-a42c-b1f1a16b225e" providerId="ADAL" clId="{7F8D6662-5B01-4EF7-8A19-57188D855E06}" dt="2023-07-04T10:42:58.301" v="1157" actId="1076"/>
      <pc:docMkLst>
        <pc:docMk/>
      </pc:docMkLst>
      <pc:sldChg chg="addSp delSp modSp mod">
        <pc:chgData name="Dragan Javorac" userId="913c2858-fb97-4c6e-a42c-b1f1a16b225e" providerId="ADAL" clId="{7F8D6662-5B01-4EF7-8A19-57188D855E06}" dt="2023-07-04T10:27:45.760" v="760" actId="120"/>
        <pc:sldMkLst>
          <pc:docMk/>
          <pc:sldMk cId="3811378203" sldId="256"/>
        </pc:sldMkLst>
      </pc:sldChg>
      <pc:sldChg chg="delSp modSp mod setBg">
        <pc:chgData name="Dragan Javorac" userId="913c2858-fb97-4c6e-a42c-b1f1a16b225e" providerId="ADAL" clId="{7F8D6662-5B01-4EF7-8A19-57188D855E06}" dt="2023-07-04T10:21:27.239" v="377"/>
        <pc:sldMkLst>
          <pc:docMk/>
          <pc:sldMk cId="3300743470" sldId="257"/>
        </pc:sldMkLst>
      </pc:sldChg>
      <pc:sldChg chg="del">
        <pc:chgData name="Dragan Javorac" userId="913c2858-fb97-4c6e-a42c-b1f1a16b225e" providerId="ADAL" clId="{7F8D6662-5B01-4EF7-8A19-57188D855E06}" dt="2023-07-04T10:20:36.350" v="342" actId="47"/>
        <pc:sldMkLst>
          <pc:docMk/>
          <pc:sldMk cId="1976930380" sldId="258"/>
        </pc:sldMkLst>
      </pc:sldChg>
      <pc:sldChg chg="modSp add mod">
        <pc:chgData name="Dragan Javorac" userId="913c2858-fb97-4c6e-a42c-b1f1a16b225e" providerId="ADAL" clId="{7F8D6662-5B01-4EF7-8A19-57188D855E06}" dt="2023-07-04T10:20:33.898" v="341" actId="313"/>
        <pc:sldMkLst>
          <pc:docMk/>
          <pc:sldMk cId="1670845898" sldId="259"/>
        </pc:sldMkLst>
      </pc:sldChg>
      <pc:sldChg chg="addSp delSp modSp add mod">
        <pc:chgData name="Dragan Javorac" userId="913c2858-fb97-4c6e-a42c-b1f1a16b225e" providerId="ADAL" clId="{7F8D6662-5B01-4EF7-8A19-57188D855E06}" dt="2023-07-04T10:25:47.013" v="666" actId="1076"/>
        <pc:sldMkLst>
          <pc:docMk/>
          <pc:sldMk cId="2046542118" sldId="260"/>
        </pc:sldMkLst>
      </pc:sldChg>
      <pc:sldChg chg="addSp delSp modSp add mod">
        <pc:chgData name="Dragan Javorac" userId="913c2858-fb97-4c6e-a42c-b1f1a16b225e" providerId="ADAL" clId="{7F8D6662-5B01-4EF7-8A19-57188D855E06}" dt="2023-07-04T10:26:49.231" v="705" actId="20577"/>
        <pc:sldMkLst>
          <pc:docMk/>
          <pc:sldMk cId="1225269572" sldId="261"/>
        </pc:sldMkLst>
      </pc:sldChg>
      <pc:sldChg chg="addSp delSp modSp add mod ord">
        <pc:chgData name="Dragan Javorac" userId="913c2858-fb97-4c6e-a42c-b1f1a16b225e" providerId="ADAL" clId="{7F8D6662-5B01-4EF7-8A19-57188D855E06}" dt="2023-07-04T10:39:39.196" v="971" actId="1076"/>
        <pc:sldMkLst>
          <pc:docMk/>
          <pc:sldMk cId="1222090376" sldId="262"/>
        </pc:sldMkLst>
      </pc:sldChg>
      <pc:sldChg chg="addSp delSp modSp add mod">
        <pc:chgData name="Dragan Javorac" userId="913c2858-fb97-4c6e-a42c-b1f1a16b225e" providerId="ADAL" clId="{7F8D6662-5B01-4EF7-8A19-57188D855E06}" dt="2023-07-04T10:39:59.259" v="982" actId="20577"/>
        <pc:sldMkLst>
          <pc:docMk/>
          <pc:sldMk cId="589306920" sldId="263"/>
        </pc:sldMkLst>
      </pc:sldChg>
      <pc:sldChg chg="addSp delSp modSp add mod">
        <pc:chgData name="Dragan Javorac" userId="913c2858-fb97-4c6e-a42c-b1f1a16b225e" providerId="ADAL" clId="{7F8D6662-5B01-4EF7-8A19-57188D855E06}" dt="2023-07-04T10:40:19.436" v="1020" actId="20577"/>
        <pc:sldMkLst>
          <pc:docMk/>
          <pc:sldMk cId="4014016235" sldId="264"/>
        </pc:sldMkLst>
      </pc:sldChg>
      <pc:sldChg chg="add del">
        <pc:chgData name="Dragan Javorac" userId="913c2858-fb97-4c6e-a42c-b1f1a16b225e" providerId="ADAL" clId="{7F8D6662-5B01-4EF7-8A19-57188D855E06}" dt="2023-07-04T10:29:38.998" v="827" actId="47"/>
        <pc:sldMkLst>
          <pc:docMk/>
          <pc:sldMk cId="2972604342" sldId="265"/>
        </pc:sldMkLst>
      </pc:sldChg>
      <pc:sldChg chg="addSp delSp modSp add mod">
        <pc:chgData name="Dragan Javorac" userId="913c2858-fb97-4c6e-a42c-b1f1a16b225e" providerId="ADAL" clId="{7F8D6662-5B01-4EF7-8A19-57188D855E06}" dt="2023-07-04T10:42:58.301" v="1157" actId="1076"/>
        <pc:sldMkLst>
          <pc:docMk/>
          <pc:sldMk cId="3583996413" sldId="265"/>
        </pc:sldMkLst>
      </pc:sldChg>
      <pc:sldMasterChg chg="setBg modSldLayout">
        <pc:chgData name="Dragan Javorac" userId="913c2858-fb97-4c6e-a42c-b1f1a16b225e" providerId="ADAL" clId="{7F8D6662-5B01-4EF7-8A19-57188D855E06}" dt="2023-07-04T10:21:27.239" v="377"/>
        <pc:sldMasterMkLst>
          <pc:docMk/>
          <pc:sldMasterMk cId="3693416429" sldId="2147483660"/>
        </pc:sldMasterMkLst>
        <pc:sldLayoutChg chg="setBg">
          <pc:chgData name="Dragan Javorac" userId="913c2858-fb97-4c6e-a42c-b1f1a16b225e" providerId="ADAL" clId="{7F8D6662-5B01-4EF7-8A19-57188D855E06}" dt="2023-07-04T10:21:27.239" v="377"/>
          <pc:sldLayoutMkLst>
            <pc:docMk/>
            <pc:sldMasterMk cId="3693416429" sldId="2147483660"/>
            <pc:sldLayoutMk cId="2162610225" sldId="2147483661"/>
          </pc:sldLayoutMkLst>
        </pc:sldLayoutChg>
        <pc:sldLayoutChg chg="setBg">
          <pc:chgData name="Dragan Javorac" userId="913c2858-fb97-4c6e-a42c-b1f1a16b225e" providerId="ADAL" clId="{7F8D6662-5B01-4EF7-8A19-57188D855E06}" dt="2023-07-04T10:21:27.239" v="377"/>
          <pc:sldLayoutMkLst>
            <pc:docMk/>
            <pc:sldMasterMk cId="3693416429" sldId="2147483660"/>
            <pc:sldLayoutMk cId="3340797094" sldId="2147483662"/>
          </pc:sldLayoutMkLst>
        </pc:sldLayoutChg>
        <pc:sldLayoutChg chg="setBg">
          <pc:chgData name="Dragan Javorac" userId="913c2858-fb97-4c6e-a42c-b1f1a16b225e" providerId="ADAL" clId="{7F8D6662-5B01-4EF7-8A19-57188D855E06}" dt="2023-07-04T10:21:27.239" v="377"/>
          <pc:sldLayoutMkLst>
            <pc:docMk/>
            <pc:sldMasterMk cId="3693416429" sldId="2147483660"/>
            <pc:sldLayoutMk cId="2605278620" sldId="2147483663"/>
          </pc:sldLayoutMkLst>
        </pc:sldLayoutChg>
        <pc:sldLayoutChg chg="setBg">
          <pc:chgData name="Dragan Javorac" userId="913c2858-fb97-4c6e-a42c-b1f1a16b225e" providerId="ADAL" clId="{7F8D6662-5B01-4EF7-8A19-57188D855E06}" dt="2023-07-04T10:21:27.239" v="377"/>
          <pc:sldLayoutMkLst>
            <pc:docMk/>
            <pc:sldMasterMk cId="3693416429" sldId="2147483660"/>
            <pc:sldLayoutMk cId="3599008843" sldId="2147483664"/>
          </pc:sldLayoutMkLst>
        </pc:sldLayoutChg>
        <pc:sldLayoutChg chg="setBg">
          <pc:chgData name="Dragan Javorac" userId="913c2858-fb97-4c6e-a42c-b1f1a16b225e" providerId="ADAL" clId="{7F8D6662-5B01-4EF7-8A19-57188D855E06}" dt="2023-07-04T10:21:27.239" v="377"/>
          <pc:sldLayoutMkLst>
            <pc:docMk/>
            <pc:sldMasterMk cId="3693416429" sldId="2147483660"/>
            <pc:sldLayoutMk cId="3378268795" sldId="2147483665"/>
          </pc:sldLayoutMkLst>
        </pc:sldLayoutChg>
        <pc:sldLayoutChg chg="setBg">
          <pc:chgData name="Dragan Javorac" userId="913c2858-fb97-4c6e-a42c-b1f1a16b225e" providerId="ADAL" clId="{7F8D6662-5B01-4EF7-8A19-57188D855E06}" dt="2023-07-04T10:21:27.239" v="377"/>
          <pc:sldLayoutMkLst>
            <pc:docMk/>
            <pc:sldMasterMk cId="3693416429" sldId="2147483660"/>
            <pc:sldLayoutMk cId="1209549964" sldId="2147483666"/>
          </pc:sldLayoutMkLst>
        </pc:sldLayoutChg>
        <pc:sldLayoutChg chg="setBg">
          <pc:chgData name="Dragan Javorac" userId="913c2858-fb97-4c6e-a42c-b1f1a16b225e" providerId="ADAL" clId="{7F8D6662-5B01-4EF7-8A19-57188D855E06}" dt="2023-07-04T10:21:27.239" v="377"/>
          <pc:sldLayoutMkLst>
            <pc:docMk/>
            <pc:sldMasterMk cId="3693416429" sldId="2147483660"/>
            <pc:sldLayoutMk cId="498971065" sldId="2147483667"/>
          </pc:sldLayoutMkLst>
        </pc:sldLayoutChg>
        <pc:sldLayoutChg chg="setBg">
          <pc:chgData name="Dragan Javorac" userId="913c2858-fb97-4c6e-a42c-b1f1a16b225e" providerId="ADAL" clId="{7F8D6662-5B01-4EF7-8A19-57188D855E06}" dt="2023-07-04T10:21:27.239" v="377"/>
          <pc:sldLayoutMkLst>
            <pc:docMk/>
            <pc:sldMasterMk cId="3693416429" sldId="2147483660"/>
            <pc:sldLayoutMk cId="180203837" sldId="2147483668"/>
          </pc:sldLayoutMkLst>
        </pc:sldLayoutChg>
        <pc:sldLayoutChg chg="setBg">
          <pc:chgData name="Dragan Javorac" userId="913c2858-fb97-4c6e-a42c-b1f1a16b225e" providerId="ADAL" clId="{7F8D6662-5B01-4EF7-8A19-57188D855E06}" dt="2023-07-04T10:21:27.239" v="377"/>
          <pc:sldLayoutMkLst>
            <pc:docMk/>
            <pc:sldMasterMk cId="3693416429" sldId="2147483660"/>
            <pc:sldLayoutMk cId="235880648" sldId="2147483669"/>
          </pc:sldLayoutMkLst>
        </pc:sldLayoutChg>
        <pc:sldLayoutChg chg="setBg">
          <pc:chgData name="Dragan Javorac" userId="913c2858-fb97-4c6e-a42c-b1f1a16b225e" providerId="ADAL" clId="{7F8D6662-5B01-4EF7-8A19-57188D855E06}" dt="2023-07-04T10:21:27.239" v="377"/>
          <pc:sldLayoutMkLst>
            <pc:docMk/>
            <pc:sldMasterMk cId="3693416429" sldId="2147483660"/>
            <pc:sldLayoutMk cId="3591266034" sldId="2147483670"/>
          </pc:sldLayoutMkLst>
        </pc:sldLayoutChg>
        <pc:sldLayoutChg chg="setBg">
          <pc:chgData name="Dragan Javorac" userId="913c2858-fb97-4c6e-a42c-b1f1a16b225e" providerId="ADAL" clId="{7F8D6662-5B01-4EF7-8A19-57188D855E06}" dt="2023-07-04T10:21:27.239" v="377"/>
          <pc:sldLayoutMkLst>
            <pc:docMk/>
            <pc:sldMasterMk cId="3693416429" sldId="2147483660"/>
            <pc:sldLayoutMk cId="4158079414" sldId="2147483671"/>
          </pc:sldLayoutMkLst>
        </pc:sldLayoutChg>
      </pc:sldMasterChg>
    </pc:docChg>
  </pc:docChgLst>
  <pc:docChgLst>
    <pc:chgData name="Dragan Javorac" userId="913c2858-fb97-4c6e-a42c-b1f1a16b225e" providerId="ADAL" clId="{C3D385BC-1153-40C2-8233-CD4EC7C1BF76}"/>
    <pc:docChg chg="undo custSel addSld delSld modSld">
      <pc:chgData name="Dragan Javorac" userId="913c2858-fb97-4c6e-a42c-b1f1a16b225e" providerId="ADAL" clId="{C3D385BC-1153-40C2-8233-CD4EC7C1BF76}" dt="2023-09-19T07:46:49.303" v="2823" actId="20577"/>
      <pc:docMkLst>
        <pc:docMk/>
      </pc:docMkLst>
      <pc:sldChg chg="modSp mod">
        <pc:chgData name="Dragan Javorac" userId="913c2858-fb97-4c6e-a42c-b1f1a16b225e" providerId="ADAL" clId="{C3D385BC-1153-40C2-8233-CD4EC7C1BF76}" dt="2023-09-07T08:45:23.884" v="14" actId="20577"/>
        <pc:sldMkLst>
          <pc:docMk/>
          <pc:sldMk cId="3811378203" sldId="256"/>
        </pc:sldMkLst>
      </pc:sldChg>
      <pc:sldChg chg="del">
        <pc:chgData name="Dragan Javorac" userId="913c2858-fb97-4c6e-a42c-b1f1a16b225e" providerId="ADAL" clId="{C3D385BC-1153-40C2-8233-CD4EC7C1BF76}" dt="2023-09-07T08:45:30.723" v="15" actId="47"/>
        <pc:sldMkLst>
          <pc:docMk/>
          <pc:sldMk cId="1670845898" sldId="259"/>
        </pc:sldMkLst>
      </pc:sldChg>
      <pc:sldChg chg="del">
        <pc:chgData name="Dragan Javorac" userId="913c2858-fb97-4c6e-a42c-b1f1a16b225e" providerId="ADAL" clId="{C3D385BC-1153-40C2-8233-CD4EC7C1BF76}" dt="2023-09-07T08:45:30.723" v="15" actId="47"/>
        <pc:sldMkLst>
          <pc:docMk/>
          <pc:sldMk cId="2279458216" sldId="274"/>
        </pc:sldMkLst>
      </pc:sldChg>
      <pc:sldChg chg="del">
        <pc:chgData name="Dragan Javorac" userId="913c2858-fb97-4c6e-a42c-b1f1a16b225e" providerId="ADAL" clId="{C3D385BC-1153-40C2-8233-CD4EC7C1BF76}" dt="2023-09-07T08:45:30.723" v="15" actId="47"/>
        <pc:sldMkLst>
          <pc:docMk/>
          <pc:sldMk cId="21291384" sldId="276"/>
        </pc:sldMkLst>
      </pc:sldChg>
      <pc:sldChg chg="del">
        <pc:chgData name="Dragan Javorac" userId="913c2858-fb97-4c6e-a42c-b1f1a16b225e" providerId="ADAL" clId="{C3D385BC-1153-40C2-8233-CD4EC7C1BF76}" dt="2023-09-07T08:45:30.723" v="15" actId="47"/>
        <pc:sldMkLst>
          <pc:docMk/>
          <pc:sldMk cId="1375162483" sldId="277"/>
        </pc:sldMkLst>
      </pc:sldChg>
      <pc:sldChg chg="del">
        <pc:chgData name="Dragan Javorac" userId="913c2858-fb97-4c6e-a42c-b1f1a16b225e" providerId="ADAL" clId="{C3D385BC-1153-40C2-8233-CD4EC7C1BF76}" dt="2023-09-07T08:45:30.723" v="15" actId="47"/>
        <pc:sldMkLst>
          <pc:docMk/>
          <pc:sldMk cId="2613013851" sldId="278"/>
        </pc:sldMkLst>
      </pc:sldChg>
      <pc:sldChg chg="del">
        <pc:chgData name="Dragan Javorac" userId="913c2858-fb97-4c6e-a42c-b1f1a16b225e" providerId="ADAL" clId="{C3D385BC-1153-40C2-8233-CD4EC7C1BF76}" dt="2023-09-07T08:45:30.723" v="15" actId="47"/>
        <pc:sldMkLst>
          <pc:docMk/>
          <pc:sldMk cId="1160278698" sldId="279"/>
        </pc:sldMkLst>
      </pc:sldChg>
      <pc:sldChg chg="del">
        <pc:chgData name="Dragan Javorac" userId="913c2858-fb97-4c6e-a42c-b1f1a16b225e" providerId="ADAL" clId="{C3D385BC-1153-40C2-8233-CD4EC7C1BF76}" dt="2023-09-07T08:45:30.723" v="15" actId="47"/>
        <pc:sldMkLst>
          <pc:docMk/>
          <pc:sldMk cId="2970924722" sldId="280"/>
        </pc:sldMkLst>
      </pc:sldChg>
      <pc:sldChg chg="addSp delSp modSp mod">
        <pc:chgData name="Dragan Javorac" userId="913c2858-fb97-4c6e-a42c-b1f1a16b225e" providerId="ADAL" clId="{C3D385BC-1153-40C2-8233-CD4EC7C1BF76}" dt="2023-09-07T08:46:57.409" v="102" actId="20577"/>
        <pc:sldMkLst>
          <pc:docMk/>
          <pc:sldMk cId="3451708679" sldId="281"/>
        </pc:sldMkLst>
      </pc:sldChg>
      <pc:sldChg chg="del">
        <pc:chgData name="Dragan Javorac" userId="913c2858-fb97-4c6e-a42c-b1f1a16b225e" providerId="ADAL" clId="{C3D385BC-1153-40C2-8233-CD4EC7C1BF76}" dt="2023-09-07T08:45:30.723" v="15" actId="47"/>
        <pc:sldMkLst>
          <pc:docMk/>
          <pc:sldMk cId="763588422" sldId="282"/>
        </pc:sldMkLst>
      </pc:sldChg>
      <pc:sldChg chg="addSp delSp modSp add mod">
        <pc:chgData name="Dragan Javorac" userId="913c2858-fb97-4c6e-a42c-b1f1a16b225e" providerId="ADAL" clId="{C3D385BC-1153-40C2-8233-CD4EC7C1BF76}" dt="2023-09-07T08:48:38.323" v="142" actId="20577"/>
        <pc:sldMkLst>
          <pc:docMk/>
          <pc:sldMk cId="2520737929" sldId="282"/>
        </pc:sldMkLst>
      </pc:sldChg>
      <pc:sldChg chg="addSp delSp modSp add mod">
        <pc:chgData name="Dragan Javorac" userId="913c2858-fb97-4c6e-a42c-b1f1a16b225e" providerId="ADAL" clId="{C3D385BC-1153-40C2-8233-CD4EC7C1BF76}" dt="2023-09-08T13:31:24.672" v="2206" actId="313"/>
        <pc:sldMkLst>
          <pc:docMk/>
          <pc:sldMk cId="322632929" sldId="283"/>
        </pc:sldMkLst>
      </pc:sldChg>
      <pc:sldChg chg="addSp delSp modSp add mod">
        <pc:chgData name="Dragan Javorac" userId="913c2858-fb97-4c6e-a42c-b1f1a16b225e" providerId="ADAL" clId="{C3D385BC-1153-40C2-8233-CD4EC7C1BF76}" dt="2023-09-07T08:54:00.419" v="345" actId="20577"/>
        <pc:sldMkLst>
          <pc:docMk/>
          <pc:sldMk cId="533409294" sldId="284"/>
        </pc:sldMkLst>
      </pc:sldChg>
      <pc:sldChg chg="addSp delSp modSp add mod">
        <pc:chgData name="Dragan Javorac" userId="913c2858-fb97-4c6e-a42c-b1f1a16b225e" providerId="ADAL" clId="{C3D385BC-1153-40C2-8233-CD4EC7C1BF76}" dt="2023-09-07T08:54:42.758" v="365" actId="21"/>
        <pc:sldMkLst>
          <pc:docMk/>
          <pc:sldMk cId="2773657184" sldId="285"/>
        </pc:sldMkLst>
      </pc:sldChg>
      <pc:sldChg chg="addSp delSp modSp add mod">
        <pc:chgData name="Dragan Javorac" userId="913c2858-fb97-4c6e-a42c-b1f1a16b225e" providerId="ADAL" clId="{C3D385BC-1153-40C2-8233-CD4EC7C1BF76}" dt="2023-09-08T13:31:32.154" v="2208"/>
        <pc:sldMkLst>
          <pc:docMk/>
          <pc:sldMk cId="1786902067" sldId="286"/>
        </pc:sldMkLst>
      </pc:sldChg>
      <pc:sldChg chg="delSp modSp add mod">
        <pc:chgData name="Dragan Javorac" userId="913c2858-fb97-4c6e-a42c-b1f1a16b225e" providerId="ADAL" clId="{C3D385BC-1153-40C2-8233-CD4EC7C1BF76}" dt="2023-09-08T13:32:16.610" v="2226" actId="1076"/>
        <pc:sldMkLst>
          <pc:docMk/>
          <pc:sldMk cId="1713942279" sldId="287"/>
        </pc:sldMkLst>
      </pc:sldChg>
      <pc:sldChg chg="addSp delSp modSp add mod">
        <pc:chgData name="Dragan Javorac" userId="913c2858-fb97-4c6e-a42c-b1f1a16b225e" providerId="ADAL" clId="{C3D385BC-1153-40C2-8233-CD4EC7C1BF76}" dt="2023-09-08T13:30:31.857" v="2205" actId="313"/>
        <pc:sldMkLst>
          <pc:docMk/>
          <pc:sldMk cId="2012868093" sldId="288"/>
        </pc:sldMkLst>
      </pc:sldChg>
      <pc:sldChg chg="modSp add mod">
        <pc:chgData name="Dragan Javorac" userId="913c2858-fb97-4c6e-a42c-b1f1a16b225e" providerId="ADAL" clId="{C3D385BC-1153-40C2-8233-CD4EC7C1BF76}" dt="2023-09-08T13:29:35.886" v="2136" actId="20577"/>
        <pc:sldMkLst>
          <pc:docMk/>
          <pc:sldMk cId="1032720552" sldId="289"/>
        </pc:sldMkLst>
      </pc:sldChg>
      <pc:sldChg chg="addSp delSp modSp add mod">
        <pc:chgData name="Dragan Javorac" userId="913c2858-fb97-4c6e-a42c-b1f1a16b225e" providerId="ADAL" clId="{C3D385BC-1153-40C2-8233-CD4EC7C1BF76}" dt="2023-09-19T07:46:44.200" v="2822" actId="478"/>
        <pc:sldMkLst>
          <pc:docMk/>
          <pc:sldMk cId="2212858245" sldId="290"/>
        </pc:sldMkLst>
      </pc:sldChg>
      <pc:sldChg chg="addSp modSp add mod">
        <pc:chgData name="Dragan Javorac" userId="913c2858-fb97-4c6e-a42c-b1f1a16b225e" providerId="ADAL" clId="{C3D385BC-1153-40C2-8233-CD4EC7C1BF76}" dt="2023-09-07T14:51:48.983" v="2118" actId="15"/>
        <pc:sldMkLst>
          <pc:docMk/>
          <pc:sldMk cId="2183247633" sldId="291"/>
        </pc:sldMkLst>
      </pc:sldChg>
      <pc:sldChg chg="addSp delSp modSp add mod">
        <pc:chgData name="Dragan Javorac" userId="913c2858-fb97-4c6e-a42c-b1f1a16b225e" providerId="ADAL" clId="{C3D385BC-1153-40C2-8233-CD4EC7C1BF76}" dt="2023-09-07T14:48:18.399" v="1926" actId="14100"/>
        <pc:sldMkLst>
          <pc:docMk/>
          <pc:sldMk cId="3885579670" sldId="292"/>
        </pc:sldMkLst>
      </pc:sldChg>
      <pc:sldChg chg="addSp delSp modSp add mod">
        <pc:chgData name="Dragan Javorac" userId="913c2858-fb97-4c6e-a42c-b1f1a16b225e" providerId="ADAL" clId="{C3D385BC-1153-40C2-8233-CD4EC7C1BF76}" dt="2023-09-19T07:40:26.700" v="2382" actId="14100"/>
        <pc:sldMkLst>
          <pc:docMk/>
          <pc:sldMk cId="3209220919" sldId="293"/>
        </pc:sldMkLst>
      </pc:sldChg>
      <pc:sldChg chg="modSp add del mod">
        <pc:chgData name="Dragan Javorac" userId="913c2858-fb97-4c6e-a42c-b1f1a16b225e" providerId="ADAL" clId="{C3D385BC-1153-40C2-8233-CD4EC7C1BF76}" dt="2023-09-19T07:40:59.359" v="2394" actId="47"/>
        <pc:sldMkLst>
          <pc:docMk/>
          <pc:sldMk cId="2087307890" sldId="294"/>
        </pc:sldMkLst>
      </pc:sldChg>
      <pc:sldChg chg="addSp delSp modSp add mod">
        <pc:chgData name="Dragan Javorac" userId="913c2858-fb97-4c6e-a42c-b1f1a16b225e" providerId="ADAL" clId="{C3D385BC-1153-40C2-8233-CD4EC7C1BF76}" dt="2023-09-19T07:46:49.303" v="2823" actId="20577"/>
        <pc:sldMkLst>
          <pc:docMk/>
          <pc:sldMk cId="4043838415" sldId="294"/>
        </pc:sldMkLst>
      </pc:sldChg>
    </pc:docChg>
  </pc:docChgLst>
  <pc:docChgLst>
    <pc:chgData name="Dragan Javorac" userId="913c2858-fb97-4c6e-a42c-b1f1a16b225e" providerId="ADAL" clId="{F20641AF-CFBE-4272-B134-B58D40863906}"/>
    <pc:docChg chg="custSel addSld delSld modSld">
      <pc:chgData name="Dragan Javorac" userId="913c2858-fb97-4c6e-a42c-b1f1a16b225e" providerId="ADAL" clId="{F20641AF-CFBE-4272-B134-B58D40863906}" dt="2023-09-28T06:38:28.140" v="411" actId="20577"/>
      <pc:docMkLst>
        <pc:docMk/>
      </pc:docMkLst>
      <pc:sldChg chg="modSp mod">
        <pc:chgData name="Dragan Javorac" userId="913c2858-fb97-4c6e-a42c-b1f1a16b225e" providerId="ADAL" clId="{F20641AF-CFBE-4272-B134-B58D40863906}" dt="2023-09-26T07:01:20.653" v="32" actId="167"/>
        <pc:sldMkLst>
          <pc:docMk/>
          <pc:sldMk cId="3811378203" sldId="256"/>
        </pc:sldMkLst>
      </pc:sldChg>
      <pc:sldChg chg="addSp delSp modSp mod">
        <pc:chgData name="Dragan Javorac" userId="913c2858-fb97-4c6e-a42c-b1f1a16b225e" providerId="ADAL" clId="{F20641AF-CFBE-4272-B134-B58D40863906}" dt="2023-09-26T07:34:49.531" v="379" actId="20577"/>
        <pc:sldMkLst>
          <pc:docMk/>
          <pc:sldMk cId="3451708679" sldId="281"/>
        </pc:sldMkLst>
      </pc:sldChg>
      <pc:sldChg chg="del">
        <pc:chgData name="Dragan Javorac" userId="913c2858-fb97-4c6e-a42c-b1f1a16b225e" providerId="ADAL" clId="{F20641AF-CFBE-4272-B134-B58D40863906}" dt="2023-09-26T07:01:27.912" v="33" actId="47"/>
        <pc:sldMkLst>
          <pc:docMk/>
          <pc:sldMk cId="2520737929" sldId="282"/>
        </pc:sldMkLst>
      </pc:sldChg>
      <pc:sldChg chg="del">
        <pc:chgData name="Dragan Javorac" userId="913c2858-fb97-4c6e-a42c-b1f1a16b225e" providerId="ADAL" clId="{F20641AF-CFBE-4272-B134-B58D40863906}" dt="2023-09-26T07:01:27.912" v="33" actId="47"/>
        <pc:sldMkLst>
          <pc:docMk/>
          <pc:sldMk cId="322632929" sldId="283"/>
        </pc:sldMkLst>
      </pc:sldChg>
      <pc:sldChg chg="del">
        <pc:chgData name="Dragan Javorac" userId="913c2858-fb97-4c6e-a42c-b1f1a16b225e" providerId="ADAL" clId="{F20641AF-CFBE-4272-B134-B58D40863906}" dt="2023-09-26T07:01:27.912" v="33" actId="47"/>
        <pc:sldMkLst>
          <pc:docMk/>
          <pc:sldMk cId="533409294" sldId="284"/>
        </pc:sldMkLst>
      </pc:sldChg>
      <pc:sldChg chg="del">
        <pc:chgData name="Dragan Javorac" userId="913c2858-fb97-4c6e-a42c-b1f1a16b225e" providerId="ADAL" clId="{F20641AF-CFBE-4272-B134-B58D40863906}" dt="2023-09-26T07:01:27.912" v="33" actId="47"/>
        <pc:sldMkLst>
          <pc:docMk/>
          <pc:sldMk cId="2773657184" sldId="285"/>
        </pc:sldMkLst>
      </pc:sldChg>
      <pc:sldChg chg="del">
        <pc:chgData name="Dragan Javorac" userId="913c2858-fb97-4c6e-a42c-b1f1a16b225e" providerId="ADAL" clId="{F20641AF-CFBE-4272-B134-B58D40863906}" dt="2023-09-26T07:01:27.912" v="33" actId="47"/>
        <pc:sldMkLst>
          <pc:docMk/>
          <pc:sldMk cId="1786902067" sldId="286"/>
        </pc:sldMkLst>
      </pc:sldChg>
      <pc:sldChg chg="del">
        <pc:chgData name="Dragan Javorac" userId="913c2858-fb97-4c6e-a42c-b1f1a16b225e" providerId="ADAL" clId="{F20641AF-CFBE-4272-B134-B58D40863906}" dt="2023-09-26T07:01:27.912" v="33" actId="47"/>
        <pc:sldMkLst>
          <pc:docMk/>
          <pc:sldMk cId="1713942279" sldId="287"/>
        </pc:sldMkLst>
      </pc:sldChg>
      <pc:sldChg chg="del">
        <pc:chgData name="Dragan Javorac" userId="913c2858-fb97-4c6e-a42c-b1f1a16b225e" providerId="ADAL" clId="{F20641AF-CFBE-4272-B134-B58D40863906}" dt="2023-09-26T07:01:27.912" v="33" actId="47"/>
        <pc:sldMkLst>
          <pc:docMk/>
          <pc:sldMk cId="2012868093" sldId="288"/>
        </pc:sldMkLst>
      </pc:sldChg>
      <pc:sldChg chg="del">
        <pc:chgData name="Dragan Javorac" userId="913c2858-fb97-4c6e-a42c-b1f1a16b225e" providerId="ADAL" clId="{F20641AF-CFBE-4272-B134-B58D40863906}" dt="2023-09-26T07:01:27.912" v="33" actId="47"/>
        <pc:sldMkLst>
          <pc:docMk/>
          <pc:sldMk cId="1032720552" sldId="289"/>
        </pc:sldMkLst>
      </pc:sldChg>
      <pc:sldChg chg="del">
        <pc:chgData name="Dragan Javorac" userId="913c2858-fb97-4c6e-a42c-b1f1a16b225e" providerId="ADAL" clId="{F20641AF-CFBE-4272-B134-B58D40863906}" dt="2023-09-26T07:01:27.912" v="33" actId="47"/>
        <pc:sldMkLst>
          <pc:docMk/>
          <pc:sldMk cId="2212858245" sldId="290"/>
        </pc:sldMkLst>
      </pc:sldChg>
      <pc:sldChg chg="del">
        <pc:chgData name="Dragan Javorac" userId="913c2858-fb97-4c6e-a42c-b1f1a16b225e" providerId="ADAL" clId="{F20641AF-CFBE-4272-B134-B58D40863906}" dt="2023-09-26T07:01:27.912" v="33" actId="47"/>
        <pc:sldMkLst>
          <pc:docMk/>
          <pc:sldMk cId="2183247633" sldId="291"/>
        </pc:sldMkLst>
      </pc:sldChg>
      <pc:sldChg chg="del">
        <pc:chgData name="Dragan Javorac" userId="913c2858-fb97-4c6e-a42c-b1f1a16b225e" providerId="ADAL" clId="{F20641AF-CFBE-4272-B134-B58D40863906}" dt="2023-09-26T07:01:27.912" v="33" actId="47"/>
        <pc:sldMkLst>
          <pc:docMk/>
          <pc:sldMk cId="3885579670" sldId="292"/>
        </pc:sldMkLst>
      </pc:sldChg>
      <pc:sldChg chg="addSp delSp modSp mod">
        <pc:chgData name="Dragan Javorac" userId="913c2858-fb97-4c6e-a42c-b1f1a16b225e" providerId="ADAL" clId="{F20641AF-CFBE-4272-B134-B58D40863906}" dt="2023-09-26T07:01:50.894" v="50" actId="20577"/>
        <pc:sldMkLst>
          <pc:docMk/>
          <pc:sldMk cId="3209220919" sldId="293"/>
        </pc:sldMkLst>
      </pc:sldChg>
      <pc:sldChg chg="modSp add mod">
        <pc:chgData name="Dragan Javorac" userId="913c2858-fb97-4c6e-a42c-b1f1a16b225e" providerId="ADAL" clId="{F20641AF-CFBE-4272-B134-B58D40863906}" dt="2023-09-28T06:38:28.140" v="411" actId="20577"/>
        <pc:sldMkLst>
          <pc:docMk/>
          <pc:sldMk cId="853319877" sldId="294"/>
        </pc:sldMkLst>
      </pc:sldChg>
      <pc:sldChg chg="del">
        <pc:chgData name="Dragan Javorac" userId="913c2858-fb97-4c6e-a42c-b1f1a16b225e" providerId="ADAL" clId="{F20641AF-CFBE-4272-B134-B58D40863906}" dt="2023-09-26T07:01:27.912" v="33" actId="47"/>
        <pc:sldMkLst>
          <pc:docMk/>
          <pc:sldMk cId="4043838415" sldId="294"/>
        </pc:sldMkLst>
      </pc:sldChg>
    </pc:docChg>
  </pc:docChgLst>
  <pc:docChgLst>
    <pc:chgData name="Dragan Javorac" userId="913c2858-fb97-4c6e-a42c-b1f1a16b225e" providerId="ADAL" clId="{F1477162-E3B9-4B3F-B801-B097DA74C41A}"/>
    <pc:docChg chg="custSel addSld modSld">
      <pc:chgData name="Dragan Javorac" userId="913c2858-fb97-4c6e-a42c-b1f1a16b225e" providerId="ADAL" clId="{F1477162-E3B9-4B3F-B801-B097DA74C41A}" dt="2023-07-04T08:20:14.080" v="309" actId="5793"/>
      <pc:docMkLst>
        <pc:docMk/>
      </pc:docMkLst>
      <pc:sldChg chg="addSp delSp modSp mod">
        <pc:chgData name="Dragan Javorac" userId="913c2858-fb97-4c6e-a42c-b1f1a16b225e" providerId="ADAL" clId="{F1477162-E3B9-4B3F-B801-B097DA74C41A}" dt="2023-07-04T07:38:40.296" v="43" actId="1076"/>
        <pc:sldMkLst>
          <pc:docMk/>
          <pc:sldMk cId="3811378203" sldId="256"/>
        </pc:sldMkLst>
      </pc:sldChg>
      <pc:sldChg chg="addSp delSp modSp new mod">
        <pc:chgData name="Dragan Javorac" userId="913c2858-fb97-4c6e-a42c-b1f1a16b225e" providerId="ADAL" clId="{F1477162-E3B9-4B3F-B801-B097DA74C41A}" dt="2023-07-04T08:19:44.170" v="213" actId="1076"/>
        <pc:sldMkLst>
          <pc:docMk/>
          <pc:sldMk cId="3300743470" sldId="257"/>
        </pc:sldMkLst>
      </pc:sldChg>
      <pc:sldChg chg="modSp add mod">
        <pc:chgData name="Dragan Javorac" userId="913c2858-fb97-4c6e-a42c-b1f1a16b225e" providerId="ADAL" clId="{F1477162-E3B9-4B3F-B801-B097DA74C41A}" dt="2023-07-04T08:20:14.080" v="309" actId="5793"/>
        <pc:sldMkLst>
          <pc:docMk/>
          <pc:sldMk cId="1976930380" sldId="258"/>
        </pc:sldMkLst>
      </pc:sldChg>
    </pc:docChg>
  </pc:docChgLst>
  <pc:docChgLst>
    <pc:chgData name="Dragan Javorac" userId="913c2858-fb97-4c6e-a42c-b1f1a16b225e" providerId="ADAL" clId="{9F4756D4-19AA-4BFB-812C-6BAA87C5B402}"/>
    <pc:docChg chg="undo custSel addSld delSld modSld">
      <pc:chgData name="Dragan Javorac" userId="913c2858-fb97-4c6e-a42c-b1f1a16b225e" providerId="ADAL" clId="{9F4756D4-19AA-4BFB-812C-6BAA87C5B402}" dt="2023-09-07T07:36:37.972" v="655" actId="20577"/>
      <pc:docMkLst>
        <pc:docMk/>
      </pc:docMkLst>
      <pc:sldChg chg="modSp mod">
        <pc:chgData name="Dragan Javorac" userId="913c2858-fb97-4c6e-a42c-b1f1a16b225e" providerId="ADAL" clId="{9F4756D4-19AA-4BFB-812C-6BAA87C5B402}" dt="2023-09-07T07:32:51.306" v="316" actId="20577"/>
        <pc:sldMkLst>
          <pc:docMk/>
          <pc:sldMk cId="3300743470" sldId="257"/>
        </pc:sldMkLst>
      </pc:sldChg>
      <pc:sldChg chg="addSp delSp modSp mod">
        <pc:chgData name="Dragan Javorac" userId="913c2858-fb97-4c6e-a42c-b1f1a16b225e" providerId="ADAL" clId="{9F4756D4-19AA-4BFB-812C-6BAA87C5B402}" dt="2023-09-07T07:31:39.338" v="205" actId="20577"/>
        <pc:sldMkLst>
          <pc:docMk/>
          <pc:sldMk cId="3583996413" sldId="265"/>
        </pc:sldMkLst>
      </pc:sldChg>
      <pc:sldChg chg="modSp mod">
        <pc:chgData name="Dragan Javorac" userId="913c2858-fb97-4c6e-a42c-b1f1a16b225e" providerId="ADAL" clId="{9F4756D4-19AA-4BFB-812C-6BAA87C5B402}" dt="2023-09-07T07:36:28.482" v="654" actId="14100"/>
        <pc:sldMkLst>
          <pc:docMk/>
          <pc:sldMk cId="1648467783" sldId="266"/>
        </pc:sldMkLst>
      </pc:sldChg>
      <pc:sldChg chg="modSp mod">
        <pc:chgData name="Dragan Javorac" userId="913c2858-fb97-4c6e-a42c-b1f1a16b225e" providerId="ADAL" clId="{9F4756D4-19AA-4BFB-812C-6BAA87C5B402}" dt="2023-09-07T07:26:26.904" v="2" actId="6549"/>
        <pc:sldMkLst>
          <pc:docMk/>
          <pc:sldMk cId="2071724299" sldId="267"/>
        </pc:sldMkLst>
      </pc:sldChg>
      <pc:sldChg chg="addSp modSp mod">
        <pc:chgData name="Dragan Javorac" userId="913c2858-fb97-4c6e-a42c-b1f1a16b225e" providerId="ADAL" clId="{9F4756D4-19AA-4BFB-812C-6BAA87C5B402}" dt="2023-09-07T07:27:17.828" v="65" actId="1076"/>
        <pc:sldMkLst>
          <pc:docMk/>
          <pc:sldMk cId="1545876471" sldId="268"/>
        </pc:sldMkLst>
      </pc:sldChg>
      <pc:sldChg chg="modSp mod">
        <pc:chgData name="Dragan Javorac" userId="913c2858-fb97-4c6e-a42c-b1f1a16b225e" providerId="ADAL" clId="{9F4756D4-19AA-4BFB-812C-6BAA87C5B402}" dt="2023-09-07T07:27:31.423" v="66" actId="20577"/>
        <pc:sldMkLst>
          <pc:docMk/>
          <pc:sldMk cId="275344560" sldId="269"/>
        </pc:sldMkLst>
      </pc:sldChg>
      <pc:sldChg chg="addSp modSp mod">
        <pc:chgData name="Dragan Javorac" userId="913c2858-fb97-4c6e-a42c-b1f1a16b225e" providerId="ADAL" clId="{9F4756D4-19AA-4BFB-812C-6BAA87C5B402}" dt="2023-09-07T07:28:20.732" v="140" actId="1076"/>
        <pc:sldMkLst>
          <pc:docMk/>
          <pc:sldMk cId="1812396322" sldId="271"/>
        </pc:sldMkLst>
      </pc:sldChg>
      <pc:sldChg chg="del">
        <pc:chgData name="Dragan Javorac" userId="913c2858-fb97-4c6e-a42c-b1f1a16b225e" providerId="ADAL" clId="{9F4756D4-19AA-4BFB-812C-6BAA87C5B402}" dt="2023-09-07T07:28:47.432" v="141" actId="47"/>
        <pc:sldMkLst>
          <pc:docMk/>
          <pc:sldMk cId="3684146358" sldId="272"/>
        </pc:sldMkLst>
      </pc:sldChg>
      <pc:sldChg chg="modSp mod">
        <pc:chgData name="Dragan Javorac" userId="913c2858-fb97-4c6e-a42c-b1f1a16b225e" providerId="ADAL" clId="{9F4756D4-19AA-4BFB-812C-6BAA87C5B402}" dt="2023-09-07T07:36:37.972" v="655" actId="20577"/>
        <pc:sldMkLst>
          <pc:docMk/>
          <pc:sldMk cId="2371956023" sldId="273"/>
        </pc:sldMkLst>
      </pc:sldChg>
      <pc:sldChg chg="add">
        <pc:chgData name="Dragan Javorac" userId="913c2858-fb97-4c6e-a42c-b1f1a16b225e" providerId="ADAL" clId="{9F4756D4-19AA-4BFB-812C-6BAA87C5B402}" dt="2023-09-07T07:32:11.308" v="208" actId="2890"/>
        <pc:sldMkLst>
          <pc:docMk/>
          <pc:sldMk cId="2279458216" sldId="274"/>
        </pc:sldMkLst>
      </pc:sldChg>
      <pc:sldChg chg="add del">
        <pc:chgData name="Dragan Javorac" userId="913c2858-fb97-4c6e-a42c-b1f1a16b225e" providerId="ADAL" clId="{9F4756D4-19AA-4BFB-812C-6BAA87C5B402}" dt="2023-09-07T07:32:09.547" v="207" actId="2890"/>
        <pc:sldMkLst>
          <pc:docMk/>
          <pc:sldMk cId="2574927242" sldId="274"/>
        </pc:sldMkLst>
      </pc:sldChg>
      <pc:sldChg chg="addSp modSp add mod">
        <pc:chgData name="Dragan Javorac" userId="913c2858-fb97-4c6e-a42c-b1f1a16b225e" providerId="ADAL" clId="{9F4756D4-19AA-4BFB-812C-6BAA87C5B402}" dt="2023-09-07T07:36:24.812" v="653" actId="14100"/>
        <pc:sldMkLst>
          <pc:docMk/>
          <pc:sldMk cId="879271340" sldId="275"/>
        </pc:sldMkLst>
      </pc:sldChg>
    </pc:docChg>
  </pc:docChgLst>
  <pc:docChgLst>
    <pc:chgData name="Dragan Javorac" userId="913c2858-fb97-4c6e-a42c-b1f1a16b225e" providerId="ADAL" clId="{A66CE524-1513-4CCF-AE3A-99864E3D643E}"/>
    <pc:docChg chg="undo custSel addSld delSld modSld">
      <pc:chgData name="Dragan Javorac" userId="913c2858-fb97-4c6e-a42c-b1f1a16b225e" providerId="ADAL" clId="{A66CE524-1513-4CCF-AE3A-99864E3D643E}" dt="2023-10-09T14:42:42.666" v="757" actId="20577"/>
      <pc:docMkLst>
        <pc:docMk/>
      </pc:docMkLst>
      <pc:sldChg chg="addSp delSp modSp mod">
        <pc:chgData name="Dragan Javorac" userId="913c2858-fb97-4c6e-a42c-b1f1a16b225e" providerId="ADAL" clId="{A66CE524-1513-4CCF-AE3A-99864E3D643E}" dt="2023-10-09T14:38:44.090" v="477" actId="1076"/>
        <pc:sldMkLst>
          <pc:docMk/>
          <pc:sldMk cId="3209220919" sldId="293"/>
        </pc:sldMkLst>
      </pc:sldChg>
      <pc:sldChg chg="addSp delSp modSp mod">
        <pc:chgData name="Dragan Javorac" userId="913c2858-fb97-4c6e-a42c-b1f1a16b225e" providerId="ADAL" clId="{A66CE524-1513-4CCF-AE3A-99864E3D643E}" dt="2023-10-09T14:23:53.861" v="134" actId="5793"/>
        <pc:sldMkLst>
          <pc:docMk/>
          <pc:sldMk cId="853319877" sldId="294"/>
        </pc:sldMkLst>
      </pc:sldChg>
      <pc:sldChg chg="del">
        <pc:chgData name="Dragan Javorac" userId="913c2858-fb97-4c6e-a42c-b1f1a16b225e" providerId="ADAL" clId="{A66CE524-1513-4CCF-AE3A-99864E3D643E}" dt="2023-10-09T14:37:44.103" v="466" actId="47"/>
        <pc:sldMkLst>
          <pc:docMk/>
          <pc:sldMk cId="3237422592" sldId="295"/>
        </pc:sldMkLst>
      </pc:sldChg>
      <pc:sldChg chg="del">
        <pc:chgData name="Dragan Javorac" userId="913c2858-fb97-4c6e-a42c-b1f1a16b225e" providerId="ADAL" clId="{A66CE524-1513-4CCF-AE3A-99864E3D643E}" dt="2023-10-09T14:37:44.103" v="466" actId="47"/>
        <pc:sldMkLst>
          <pc:docMk/>
          <pc:sldMk cId="2542305982" sldId="296"/>
        </pc:sldMkLst>
      </pc:sldChg>
      <pc:sldChg chg="del">
        <pc:chgData name="Dragan Javorac" userId="913c2858-fb97-4c6e-a42c-b1f1a16b225e" providerId="ADAL" clId="{A66CE524-1513-4CCF-AE3A-99864E3D643E}" dt="2023-10-09T14:37:44.103" v="466" actId="47"/>
        <pc:sldMkLst>
          <pc:docMk/>
          <pc:sldMk cId="4140789780" sldId="297"/>
        </pc:sldMkLst>
      </pc:sldChg>
      <pc:sldChg chg="del">
        <pc:chgData name="Dragan Javorac" userId="913c2858-fb97-4c6e-a42c-b1f1a16b225e" providerId="ADAL" clId="{A66CE524-1513-4CCF-AE3A-99864E3D643E}" dt="2023-10-09T14:37:44.103" v="466" actId="47"/>
        <pc:sldMkLst>
          <pc:docMk/>
          <pc:sldMk cId="891455290" sldId="298"/>
        </pc:sldMkLst>
      </pc:sldChg>
      <pc:sldChg chg="del">
        <pc:chgData name="Dragan Javorac" userId="913c2858-fb97-4c6e-a42c-b1f1a16b225e" providerId="ADAL" clId="{A66CE524-1513-4CCF-AE3A-99864E3D643E}" dt="2023-10-09T14:37:44.103" v="466" actId="47"/>
        <pc:sldMkLst>
          <pc:docMk/>
          <pc:sldMk cId="1439648077" sldId="299"/>
        </pc:sldMkLst>
      </pc:sldChg>
      <pc:sldChg chg="delSp modSp add mod">
        <pc:chgData name="Dragan Javorac" userId="913c2858-fb97-4c6e-a42c-b1f1a16b225e" providerId="ADAL" clId="{A66CE524-1513-4CCF-AE3A-99864E3D643E}" dt="2023-10-09T14:24:13.167" v="204" actId="478"/>
        <pc:sldMkLst>
          <pc:docMk/>
          <pc:sldMk cId="1615776339" sldId="300"/>
        </pc:sldMkLst>
      </pc:sldChg>
      <pc:sldChg chg="addSp delSp modSp add mod">
        <pc:chgData name="Dragan Javorac" userId="913c2858-fb97-4c6e-a42c-b1f1a16b225e" providerId="ADAL" clId="{A66CE524-1513-4CCF-AE3A-99864E3D643E}" dt="2023-10-09T14:41:36.031" v="600" actId="20577"/>
        <pc:sldMkLst>
          <pc:docMk/>
          <pc:sldMk cId="2740964328" sldId="301"/>
        </pc:sldMkLst>
      </pc:sldChg>
      <pc:sldChg chg="addSp modSp add mod">
        <pc:chgData name="Dragan Javorac" userId="913c2858-fb97-4c6e-a42c-b1f1a16b225e" providerId="ADAL" clId="{A66CE524-1513-4CCF-AE3A-99864E3D643E}" dt="2023-10-09T14:29:53.124" v="364" actId="1076"/>
        <pc:sldMkLst>
          <pc:docMk/>
          <pc:sldMk cId="511261774" sldId="302"/>
        </pc:sldMkLst>
      </pc:sldChg>
      <pc:sldChg chg="addSp delSp modSp add mod">
        <pc:chgData name="Dragan Javorac" userId="913c2858-fb97-4c6e-a42c-b1f1a16b225e" providerId="ADAL" clId="{A66CE524-1513-4CCF-AE3A-99864E3D643E}" dt="2023-10-09T14:37:19.384" v="460" actId="1076"/>
        <pc:sldMkLst>
          <pc:docMk/>
          <pc:sldMk cId="3592422952" sldId="303"/>
        </pc:sldMkLst>
      </pc:sldChg>
      <pc:sldChg chg="delSp modSp add mod">
        <pc:chgData name="Dragan Javorac" userId="913c2858-fb97-4c6e-a42c-b1f1a16b225e" providerId="ADAL" clId="{A66CE524-1513-4CCF-AE3A-99864E3D643E}" dt="2023-10-09T14:36:43.420" v="439" actId="14100"/>
        <pc:sldMkLst>
          <pc:docMk/>
          <pc:sldMk cId="1827646002" sldId="304"/>
        </pc:sldMkLst>
      </pc:sldChg>
      <pc:sldChg chg="addSp delSp modSp add mod">
        <pc:chgData name="Dragan Javorac" userId="913c2858-fb97-4c6e-a42c-b1f1a16b225e" providerId="ADAL" clId="{A66CE524-1513-4CCF-AE3A-99864E3D643E}" dt="2023-10-09T14:42:42.666" v="757" actId="20577"/>
        <pc:sldMkLst>
          <pc:docMk/>
          <pc:sldMk cId="3177317804" sldId="305"/>
        </pc:sldMkLst>
      </pc:sldChg>
    </pc:docChg>
  </pc:docChgLst>
  <pc:docChgLst>
    <pc:chgData name="Dragan Javorac" userId="913c2858-fb97-4c6e-a42c-b1f1a16b225e" providerId="ADAL" clId="{06B55334-52AF-443A-B0D9-A91C7D9934B2}"/>
    <pc:docChg chg="custSel addSld delSld modSld sldOrd">
      <pc:chgData name="Dragan Javorac" userId="913c2858-fb97-4c6e-a42c-b1f1a16b225e" providerId="ADAL" clId="{06B55334-52AF-443A-B0D9-A91C7D9934B2}" dt="2023-10-03T08:57:55.645" v="708" actId="6549"/>
      <pc:docMkLst>
        <pc:docMk/>
      </pc:docMkLst>
      <pc:sldChg chg="modSp mod">
        <pc:chgData name="Dragan Javorac" userId="913c2858-fb97-4c6e-a42c-b1f1a16b225e" providerId="ADAL" clId="{06B55334-52AF-443A-B0D9-A91C7D9934B2}" dt="2023-09-28T12:03:39.078" v="4" actId="20577"/>
        <pc:sldMkLst>
          <pc:docMk/>
          <pc:sldMk cId="3811378203" sldId="256"/>
        </pc:sldMkLst>
      </pc:sldChg>
      <pc:sldChg chg="del">
        <pc:chgData name="Dragan Javorac" userId="913c2858-fb97-4c6e-a42c-b1f1a16b225e" providerId="ADAL" clId="{06B55334-52AF-443A-B0D9-A91C7D9934B2}" dt="2023-09-28T12:03:41.626" v="5" actId="47"/>
        <pc:sldMkLst>
          <pc:docMk/>
          <pc:sldMk cId="3451708679" sldId="281"/>
        </pc:sldMkLst>
      </pc:sldChg>
      <pc:sldChg chg="modSp mod">
        <pc:chgData name="Dragan Javorac" userId="913c2858-fb97-4c6e-a42c-b1f1a16b225e" providerId="ADAL" clId="{06B55334-52AF-443A-B0D9-A91C7D9934B2}" dt="2023-10-03T08:57:55.645" v="708" actId="6549"/>
        <pc:sldMkLst>
          <pc:docMk/>
          <pc:sldMk cId="3209220919" sldId="293"/>
        </pc:sldMkLst>
      </pc:sldChg>
      <pc:sldChg chg="addSp modSp mod">
        <pc:chgData name="Dragan Javorac" userId="913c2858-fb97-4c6e-a42c-b1f1a16b225e" providerId="ADAL" clId="{06B55334-52AF-443A-B0D9-A91C7D9934B2}" dt="2023-09-28T12:08:19.137" v="102" actId="1076"/>
        <pc:sldMkLst>
          <pc:docMk/>
          <pc:sldMk cId="853319877" sldId="294"/>
        </pc:sldMkLst>
      </pc:sldChg>
      <pc:sldChg chg="addSp delSp modSp add mod">
        <pc:chgData name="Dragan Javorac" userId="913c2858-fb97-4c6e-a42c-b1f1a16b225e" providerId="ADAL" clId="{06B55334-52AF-443A-B0D9-A91C7D9934B2}" dt="2023-09-28T12:15:26.534" v="326" actId="14100"/>
        <pc:sldMkLst>
          <pc:docMk/>
          <pc:sldMk cId="3237422592" sldId="295"/>
        </pc:sldMkLst>
      </pc:sldChg>
      <pc:sldChg chg="addSp delSp modSp add mod ord">
        <pc:chgData name="Dragan Javorac" userId="913c2858-fb97-4c6e-a42c-b1f1a16b225e" providerId="ADAL" clId="{06B55334-52AF-443A-B0D9-A91C7D9934B2}" dt="2023-09-28T13:00:53.306" v="672" actId="14100"/>
        <pc:sldMkLst>
          <pc:docMk/>
          <pc:sldMk cId="2542305982" sldId="296"/>
        </pc:sldMkLst>
      </pc:sldChg>
      <pc:sldChg chg="add del">
        <pc:chgData name="Dragan Javorac" userId="913c2858-fb97-4c6e-a42c-b1f1a16b225e" providerId="ADAL" clId="{06B55334-52AF-443A-B0D9-A91C7D9934B2}" dt="2023-09-28T12:38:40.546" v="328" actId="47"/>
        <pc:sldMkLst>
          <pc:docMk/>
          <pc:sldMk cId="3718852481" sldId="296"/>
        </pc:sldMkLst>
      </pc:sldChg>
      <pc:sldChg chg="modSp add mod">
        <pc:chgData name="Dragan Javorac" userId="913c2858-fb97-4c6e-a42c-b1f1a16b225e" providerId="ADAL" clId="{06B55334-52AF-443A-B0D9-A91C7D9934B2}" dt="2023-09-28T13:00:49.166" v="671" actId="14100"/>
        <pc:sldMkLst>
          <pc:docMk/>
          <pc:sldMk cId="4140789780" sldId="297"/>
        </pc:sldMkLst>
      </pc:sldChg>
      <pc:sldChg chg="addSp delSp modSp add mod">
        <pc:chgData name="Dragan Javorac" userId="913c2858-fb97-4c6e-a42c-b1f1a16b225e" providerId="ADAL" clId="{06B55334-52AF-443A-B0D9-A91C7D9934B2}" dt="2023-09-28T13:00:45.242" v="670" actId="14100"/>
        <pc:sldMkLst>
          <pc:docMk/>
          <pc:sldMk cId="891455290" sldId="298"/>
        </pc:sldMkLst>
      </pc:sldChg>
    </pc:docChg>
  </pc:docChgLst>
  <pc:docChgLst>
    <pc:chgData name="Dragan Javorac" userId="913c2858-fb97-4c6e-a42c-b1f1a16b225e" providerId="ADAL" clId="{660E6636-3CCE-4027-845B-07D92950E133}"/>
    <pc:docChg chg="addSld modSld">
      <pc:chgData name="Dragan Javorac" userId="913c2858-fb97-4c6e-a42c-b1f1a16b225e" providerId="ADAL" clId="{660E6636-3CCE-4027-845B-07D92950E133}" dt="2023-10-12T06:59:17.349" v="0"/>
      <pc:docMkLst>
        <pc:docMk/>
      </pc:docMkLst>
      <pc:sldChg chg="add">
        <pc:chgData name="Dragan Javorac" userId="913c2858-fb97-4c6e-a42c-b1f1a16b225e" providerId="ADAL" clId="{660E6636-3CCE-4027-845B-07D92950E133}" dt="2023-10-12T06:59:17.349" v="0"/>
        <pc:sldMkLst>
          <pc:docMk/>
          <pc:sldMk cId="364979388" sldId="306"/>
        </pc:sldMkLst>
      </pc:sldChg>
    </pc:docChg>
  </pc:docChgLst>
  <pc:docChgLst>
    <pc:chgData name="Dragan Javorac" userId="913c2858-fb97-4c6e-a42c-b1f1a16b225e" providerId="ADAL" clId="{7072D4CA-4047-4BE6-A30A-CB0753A5D7B7}"/>
    <pc:docChg chg="modSld">
      <pc:chgData name="Dragan Javorac" userId="913c2858-fb97-4c6e-a42c-b1f1a16b225e" providerId="ADAL" clId="{7072D4CA-4047-4BE6-A30A-CB0753A5D7B7}" dt="2023-10-05T06:28:12.821" v="4" actId="14"/>
      <pc:docMkLst>
        <pc:docMk/>
      </pc:docMkLst>
      <pc:sldChg chg="modSp mod">
        <pc:chgData name="Dragan Javorac" userId="913c2858-fb97-4c6e-a42c-b1f1a16b225e" providerId="ADAL" clId="{7072D4CA-4047-4BE6-A30A-CB0753A5D7B7}" dt="2023-10-05T06:28:12.821" v="4" actId="14"/>
        <pc:sldMkLst>
          <pc:docMk/>
          <pc:sldMk cId="3209220919" sldId="293"/>
        </pc:sldMkLst>
      </pc:sldChg>
    </pc:docChg>
  </pc:docChgLst>
  <pc:docChgLst>
    <pc:chgData name="Dragan Javorac" userId="913c2858-fb97-4c6e-a42c-b1f1a16b225e" providerId="ADAL" clId="{452FFE86-051E-49C6-93B1-AB5DD45F5067}"/>
    <pc:docChg chg="undo custSel addSld delSld modSld sldOrd">
      <pc:chgData name="Dragan Javorac" userId="913c2858-fb97-4c6e-a42c-b1f1a16b225e" providerId="ADAL" clId="{452FFE86-051E-49C6-93B1-AB5DD45F5067}" dt="2024-10-17T07:23:54.799" v="778" actId="20577"/>
      <pc:docMkLst>
        <pc:docMk/>
      </pc:docMkLst>
      <pc:sldChg chg="modSp mod">
        <pc:chgData name="Dragan Javorac" userId="913c2858-fb97-4c6e-a42c-b1f1a16b225e" providerId="ADAL" clId="{452FFE86-051E-49C6-93B1-AB5DD45F5067}" dt="2024-10-17T07:11:18.215" v="19" actId="14100"/>
        <pc:sldMkLst>
          <pc:docMk/>
          <pc:sldMk cId="3811378203" sldId="256"/>
        </pc:sldMkLst>
      </pc:sldChg>
      <pc:sldChg chg="addSp delSp modSp mod">
        <pc:chgData name="Dragan Javorac" userId="913c2858-fb97-4c6e-a42c-b1f1a16b225e" providerId="ADAL" clId="{452FFE86-051E-49C6-93B1-AB5DD45F5067}" dt="2024-10-17T07:21:55.458" v="677" actId="14100"/>
        <pc:sldMkLst>
          <pc:docMk/>
          <pc:sldMk cId="3209220919" sldId="293"/>
        </pc:sldMkLst>
      </pc:sldChg>
      <pc:sldChg chg="del">
        <pc:chgData name="Dragan Javorac" userId="913c2858-fb97-4c6e-a42c-b1f1a16b225e" providerId="ADAL" clId="{452FFE86-051E-49C6-93B1-AB5DD45F5067}" dt="2024-10-17T07:11:43.333" v="20" actId="47"/>
        <pc:sldMkLst>
          <pc:docMk/>
          <pc:sldMk cId="853319877" sldId="294"/>
        </pc:sldMkLst>
      </pc:sldChg>
      <pc:sldChg chg="del">
        <pc:chgData name="Dragan Javorac" userId="913c2858-fb97-4c6e-a42c-b1f1a16b225e" providerId="ADAL" clId="{452FFE86-051E-49C6-93B1-AB5DD45F5067}" dt="2024-10-17T07:11:43.333" v="20" actId="47"/>
        <pc:sldMkLst>
          <pc:docMk/>
          <pc:sldMk cId="1615776339" sldId="300"/>
        </pc:sldMkLst>
      </pc:sldChg>
      <pc:sldChg chg="del">
        <pc:chgData name="Dragan Javorac" userId="913c2858-fb97-4c6e-a42c-b1f1a16b225e" providerId="ADAL" clId="{452FFE86-051E-49C6-93B1-AB5DD45F5067}" dt="2024-10-17T07:11:43.333" v="20" actId="47"/>
        <pc:sldMkLst>
          <pc:docMk/>
          <pc:sldMk cId="2740964328" sldId="301"/>
        </pc:sldMkLst>
      </pc:sldChg>
      <pc:sldChg chg="del">
        <pc:chgData name="Dragan Javorac" userId="913c2858-fb97-4c6e-a42c-b1f1a16b225e" providerId="ADAL" clId="{452FFE86-051E-49C6-93B1-AB5DD45F5067}" dt="2024-10-17T07:11:43.333" v="20" actId="47"/>
        <pc:sldMkLst>
          <pc:docMk/>
          <pc:sldMk cId="511261774" sldId="302"/>
        </pc:sldMkLst>
      </pc:sldChg>
      <pc:sldChg chg="del">
        <pc:chgData name="Dragan Javorac" userId="913c2858-fb97-4c6e-a42c-b1f1a16b225e" providerId="ADAL" clId="{452FFE86-051E-49C6-93B1-AB5DD45F5067}" dt="2024-10-17T07:11:43.333" v="20" actId="47"/>
        <pc:sldMkLst>
          <pc:docMk/>
          <pc:sldMk cId="3592422952" sldId="303"/>
        </pc:sldMkLst>
      </pc:sldChg>
      <pc:sldChg chg="del">
        <pc:chgData name="Dragan Javorac" userId="913c2858-fb97-4c6e-a42c-b1f1a16b225e" providerId="ADAL" clId="{452FFE86-051E-49C6-93B1-AB5DD45F5067}" dt="2024-10-17T07:11:43.333" v="20" actId="47"/>
        <pc:sldMkLst>
          <pc:docMk/>
          <pc:sldMk cId="1827646002" sldId="304"/>
        </pc:sldMkLst>
      </pc:sldChg>
      <pc:sldChg chg="delSp modSp mod">
        <pc:chgData name="Dragan Javorac" userId="913c2858-fb97-4c6e-a42c-b1f1a16b225e" providerId="ADAL" clId="{452FFE86-051E-49C6-93B1-AB5DD45F5067}" dt="2024-10-17T07:14:22.597" v="381" actId="14"/>
        <pc:sldMkLst>
          <pc:docMk/>
          <pc:sldMk cId="3177317804" sldId="305"/>
        </pc:sldMkLst>
      </pc:sldChg>
      <pc:sldChg chg="modSp add mod">
        <pc:chgData name="Dragan Javorac" userId="913c2858-fb97-4c6e-a42c-b1f1a16b225e" providerId="ADAL" clId="{452FFE86-051E-49C6-93B1-AB5DD45F5067}" dt="2024-10-17T07:14:34.557" v="390" actId="14"/>
        <pc:sldMkLst>
          <pc:docMk/>
          <pc:sldMk cId="980143603" sldId="306"/>
        </pc:sldMkLst>
      </pc:sldChg>
      <pc:sldChg chg="addSp delSp modSp add del mod">
        <pc:chgData name="Dragan Javorac" userId="913c2858-fb97-4c6e-a42c-b1f1a16b225e" providerId="ADAL" clId="{452FFE86-051E-49C6-93B1-AB5DD45F5067}" dt="2024-10-17T07:19:26.290" v="523" actId="47"/>
        <pc:sldMkLst>
          <pc:docMk/>
          <pc:sldMk cId="2610654314" sldId="307"/>
        </pc:sldMkLst>
      </pc:sldChg>
      <pc:sldChg chg="addSp modSp add mod">
        <pc:chgData name="Dragan Javorac" userId="913c2858-fb97-4c6e-a42c-b1f1a16b225e" providerId="ADAL" clId="{452FFE86-051E-49C6-93B1-AB5DD45F5067}" dt="2024-10-17T07:23:54.799" v="778" actId="20577"/>
        <pc:sldMkLst>
          <pc:docMk/>
          <pc:sldMk cId="3261466354" sldId="308"/>
        </pc:sldMkLst>
      </pc:sldChg>
      <pc:sldChg chg="add">
        <pc:chgData name="Dragan Javorac" userId="913c2858-fb97-4c6e-a42c-b1f1a16b225e" providerId="ADAL" clId="{452FFE86-051E-49C6-93B1-AB5DD45F5067}" dt="2024-10-17T07:19:33.679" v="524" actId="2890"/>
        <pc:sldMkLst>
          <pc:docMk/>
          <pc:sldMk cId="2775000435" sldId="309"/>
        </pc:sldMkLst>
      </pc:sldChg>
      <pc:sldChg chg="addSp delSp modSp add mod">
        <pc:chgData name="Dragan Javorac" userId="913c2858-fb97-4c6e-a42c-b1f1a16b225e" providerId="ADAL" clId="{452FFE86-051E-49C6-93B1-AB5DD45F5067}" dt="2024-10-17T07:20:46.740" v="593" actId="14100"/>
        <pc:sldMkLst>
          <pc:docMk/>
          <pc:sldMk cId="1581731517" sldId="310"/>
        </pc:sldMkLst>
      </pc:sldChg>
      <pc:sldChg chg="addSp delSp modSp add mod">
        <pc:chgData name="Dragan Javorac" userId="913c2858-fb97-4c6e-a42c-b1f1a16b225e" providerId="ADAL" clId="{452FFE86-051E-49C6-93B1-AB5DD45F5067}" dt="2024-10-17T07:21:41.100" v="673" actId="14100"/>
        <pc:sldMkLst>
          <pc:docMk/>
          <pc:sldMk cId="658528392" sldId="311"/>
        </pc:sldMkLst>
      </pc:sldChg>
      <pc:sldChg chg="modSp add mod ord">
        <pc:chgData name="Dragan Javorac" userId="913c2858-fb97-4c6e-a42c-b1f1a16b225e" providerId="ADAL" clId="{452FFE86-051E-49C6-93B1-AB5DD45F5067}" dt="2024-10-17T07:23:52.389" v="777" actId="20577"/>
        <pc:sldMkLst>
          <pc:docMk/>
          <pc:sldMk cId="849416817" sldId="312"/>
        </pc:sldMkLst>
      </pc:sldChg>
    </pc:docChg>
  </pc:docChgLst>
  <pc:docChgLst>
    <pc:chgData name="Dragan Javorac" userId="913c2858-fb97-4c6e-a42c-b1f1a16b225e" providerId="ADAL" clId="{33466E15-08FC-466B-8230-EFF3A5FC0BB4}"/>
    <pc:docChg chg="custSel addSld delSld modSld sldOrd">
      <pc:chgData name="Dragan Javorac" userId="913c2858-fb97-4c6e-a42c-b1f1a16b225e" providerId="ADAL" clId="{33466E15-08FC-466B-8230-EFF3A5FC0BB4}" dt="2023-09-07T08:00:55.367" v="834"/>
      <pc:docMkLst>
        <pc:docMk/>
      </pc:docMkLst>
      <pc:sldChg chg="modSp mod">
        <pc:chgData name="Dragan Javorac" userId="913c2858-fb97-4c6e-a42c-b1f1a16b225e" providerId="ADAL" clId="{33466E15-08FC-466B-8230-EFF3A5FC0BB4}" dt="2023-09-07T07:49:50.925" v="5" actId="5793"/>
        <pc:sldMkLst>
          <pc:docMk/>
          <pc:sldMk cId="3811378203" sldId="256"/>
        </pc:sldMkLst>
      </pc:sldChg>
      <pc:sldChg chg="del">
        <pc:chgData name="Dragan Javorac" userId="913c2858-fb97-4c6e-a42c-b1f1a16b225e" providerId="ADAL" clId="{33466E15-08FC-466B-8230-EFF3A5FC0BB4}" dt="2023-09-07T07:49:56.221" v="6" actId="47"/>
        <pc:sldMkLst>
          <pc:docMk/>
          <pc:sldMk cId="3300743470" sldId="257"/>
        </pc:sldMkLst>
      </pc:sldChg>
      <pc:sldChg chg="modSp mod">
        <pc:chgData name="Dragan Javorac" userId="913c2858-fb97-4c6e-a42c-b1f1a16b225e" providerId="ADAL" clId="{33466E15-08FC-466B-8230-EFF3A5FC0BB4}" dt="2023-09-07T07:50:52.803" v="195" actId="20577"/>
        <pc:sldMkLst>
          <pc:docMk/>
          <pc:sldMk cId="1670845898" sldId="259"/>
        </pc:sldMkLst>
      </pc:sldChg>
      <pc:sldChg chg="del">
        <pc:chgData name="Dragan Javorac" userId="913c2858-fb97-4c6e-a42c-b1f1a16b225e" providerId="ADAL" clId="{33466E15-08FC-466B-8230-EFF3A5FC0BB4}" dt="2023-09-07T07:57:59.011" v="702" actId="47"/>
        <pc:sldMkLst>
          <pc:docMk/>
          <pc:sldMk cId="3583996413" sldId="265"/>
        </pc:sldMkLst>
      </pc:sldChg>
      <pc:sldChg chg="del">
        <pc:chgData name="Dragan Javorac" userId="913c2858-fb97-4c6e-a42c-b1f1a16b225e" providerId="ADAL" clId="{33466E15-08FC-466B-8230-EFF3A5FC0BB4}" dt="2023-09-07T07:51:01.485" v="196" actId="47"/>
        <pc:sldMkLst>
          <pc:docMk/>
          <pc:sldMk cId="1648467783" sldId="266"/>
        </pc:sldMkLst>
      </pc:sldChg>
      <pc:sldChg chg="del">
        <pc:chgData name="Dragan Javorac" userId="913c2858-fb97-4c6e-a42c-b1f1a16b225e" providerId="ADAL" clId="{33466E15-08FC-466B-8230-EFF3A5FC0BB4}" dt="2023-09-07T07:51:01.485" v="196" actId="47"/>
        <pc:sldMkLst>
          <pc:docMk/>
          <pc:sldMk cId="2071724299" sldId="267"/>
        </pc:sldMkLst>
      </pc:sldChg>
      <pc:sldChg chg="del">
        <pc:chgData name="Dragan Javorac" userId="913c2858-fb97-4c6e-a42c-b1f1a16b225e" providerId="ADAL" clId="{33466E15-08FC-466B-8230-EFF3A5FC0BB4}" dt="2023-09-07T07:51:01.485" v="196" actId="47"/>
        <pc:sldMkLst>
          <pc:docMk/>
          <pc:sldMk cId="1545876471" sldId="268"/>
        </pc:sldMkLst>
      </pc:sldChg>
      <pc:sldChg chg="del">
        <pc:chgData name="Dragan Javorac" userId="913c2858-fb97-4c6e-a42c-b1f1a16b225e" providerId="ADAL" clId="{33466E15-08FC-466B-8230-EFF3A5FC0BB4}" dt="2023-09-07T07:51:01.485" v="196" actId="47"/>
        <pc:sldMkLst>
          <pc:docMk/>
          <pc:sldMk cId="275344560" sldId="269"/>
        </pc:sldMkLst>
      </pc:sldChg>
      <pc:sldChg chg="del">
        <pc:chgData name="Dragan Javorac" userId="913c2858-fb97-4c6e-a42c-b1f1a16b225e" providerId="ADAL" clId="{33466E15-08FC-466B-8230-EFF3A5FC0BB4}" dt="2023-09-07T07:51:01.485" v="196" actId="47"/>
        <pc:sldMkLst>
          <pc:docMk/>
          <pc:sldMk cId="2509393653" sldId="270"/>
        </pc:sldMkLst>
      </pc:sldChg>
      <pc:sldChg chg="del">
        <pc:chgData name="Dragan Javorac" userId="913c2858-fb97-4c6e-a42c-b1f1a16b225e" providerId="ADAL" clId="{33466E15-08FC-466B-8230-EFF3A5FC0BB4}" dt="2023-09-07T07:51:01.485" v="196" actId="47"/>
        <pc:sldMkLst>
          <pc:docMk/>
          <pc:sldMk cId="1812396322" sldId="271"/>
        </pc:sldMkLst>
      </pc:sldChg>
      <pc:sldChg chg="del">
        <pc:chgData name="Dragan Javorac" userId="913c2858-fb97-4c6e-a42c-b1f1a16b225e" providerId="ADAL" clId="{33466E15-08FC-466B-8230-EFF3A5FC0BB4}" dt="2023-09-07T07:51:01.485" v="196" actId="47"/>
        <pc:sldMkLst>
          <pc:docMk/>
          <pc:sldMk cId="2371956023" sldId="273"/>
        </pc:sldMkLst>
      </pc:sldChg>
      <pc:sldChg chg="modSp mod">
        <pc:chgData name="Dragan Javorac" userId="913c2858-fb97-4c6e-a42c-b1f1a16b225e" providerId="ADAL" clId="{33466E15-08FC-466B-8230-EFF3A5FC0BB4}" dt="2023-09-07T07:50:27.616" v="144" actId="20577"/>
        <pc:sldMkLst>
          <pc:docMk/>
          <pc:sldMk cId="2279458216" sldId="274"/>
        </pc:sldMkLst>
      </pc:sldChg>
      <pc:sldChg chg="del">
        <pc:chgData name="Dragan Javorac" userId="913c2858-fb97-4c6e-a42c-b1f1a16b225e" providerId="ADAL" clId="{33466E15-08FC-466B-8230-EFF3A5FC0BB4}" dt="2023-09-07T07:57:52.645" v="701" actId="47"/>
        <pc:sldMkLst>
          <pc:docMk/>
          <pc:sldMk cId="879271340" sldId="275"/>
        </pc:sldMkLst>
      </pc:sldChg>
      <pc:sldChg chg="addSp modSp add mod">
        <pc:chgData name="Dragan Javorac" userId="913c2858-fb97-4c6e-a42c-b1f1a16b225e" providerId="ADAL" clId="{33466E15-08FC-466B-8230-EFF3A5FC0BB4}" dt="2023-09-07T07:51:59.765" v="267" actId="14100"/>
        <pc:sldMkLst>
          <pc:docMk/>
          <pc:sldMk cId="21291384" sldId="276"/>
        </pc:sldMkLst>
      </pc:sldChg>
      <pc:sldChg chg="addSp delSp modSp add mod">
        <pc:chgData name="Dragan Javorac" userId="913c2858-fb97-4c6e-a42c-b1f1a16b225e" providerId="ADAL" clId="{33466E15-08FC-466B-8230-EFF3A5FC0BB4}" dt="2023-09-07T07:52:52.564" v="376" actId="1076"/>
        <pc:sldMkLst>
          <pc:docMk/>
          <pc:sldMk cId="1375162483" sldId="277"/>
        </pc:sldMkLst>
      </pc:sldChg>
      <pc:sldChg chg="addSp delSp modSp add mod">
        <pc:chgData name="Dragan Javorac" userId="913c2858-fb97-4c6e-a42c-b1f1a16b225e" providerId="ADAL" clId="{33466E15-08FC-466B-8230-EFF3A5FC0BB4}" dt="2023-09-07T07:55:19.012" v="404" actId="1076"/>
        <pc:sldMkLst>
          <pc:docMk/>
          <pc:sldMk cId="2613013851" sldId="278"/>
        </pc:sldMkLst>
      </pc:sldChg>
      <pc:sldChg chg="addSp delSp modSp add mod">
        <pc:chgData name="Dragan Javorac" userId="913c2858-fb97-4c6e-a42c-b1f1a16b225e" providerId="ADAL" clId="{33466E15-08FC-466B-8230-EFF3A5FC0BB4}" dt="2023-09-07T07:53:42.933" v="391" actId="1076"/>
        <pc:sldMkLst>
          <pc:docMk/>
          <pc:sldMk cId="1160278698" sldId="279"/>
        </pc:sldMkLst>
      </pc:sldChg>
      <pc:sldChg chg="addSp delSp modSp add mod">
        <pc:chgData name="Dragan Javorac" userId="913c2858-fb97-4c6e-a42c-b1f1a16b225e" providerId="ADAL" clId="{33466E15-08FC-466B-8230-EFF3A5FC0BB4}" dt="2023-09-07T07:56:22.971" v="559" actId="1076"/>
        <pc:sldMkLst>
          <pc:docMk/>
          <pc:sldMk cId="2970924722" sldId="280"/>
        </pc:sldMkLst>
      </pc:sldChg>
      <pc:sldChg chg="addSp delSp modSp add mod">
        <pc:chgData name="Dragan Javorac" userId="913c2858-fb97-4c6e-a42c-b1f1a16b225e" providerId="ADAL" clId="{33466E15-08FC-466B-8230-EFF3A5FC0BB4}" dt="2023-09-07T07:57:49.560" v="700" actId="1076"/>
        <pc:sldMkLst>
          <pc:docMk/>
          <pc:sldMk cId="3451708679" sldId="281"/>
        </pc:sldMkLst>
      </pc:sldChg>
      <pc:sldChg chg="delSp modSp add mod ord">
        <pc:chgData name="Dragan Javorac" userId="913c2858-fb97-4c6e-a42c-b1f1a16b225e" providerId="ADAL" clId="{33466E15-08FC-466B-8230-EFF3A5FC0BB4}" dt="2023-09-07T08:00:55.367" v="834"/>
        <pc:sldMkLst>
          <pc:docMk/>
          <pc:sldMk cId="763588422" sldId="282"/>
        </pc:sldMkLst>
      </pc:sldChg>
    </pc:docChg>
  </pc:docChgLst>
  <pc:docChgLst>
    <pc:chgData name="Dragan Javorac" userId="913c2858-fb97-4c6e-a42c-b1f1a16b225e" providerId="ADAL" clId="{E0BFB228-DB6A-47A2-8190-AFA79F5C02F4}"/>
    <pc:docChg chg="undo custSel addSld modSld">
      <pc:chgData name="Dragan Javorac" userId="913c2858-fb97-4c6e-a42c-b1f1a16b225e" providerId="ADAL" clId="{E0BFB228-DB6A-47A2-8190-AFA79F5C02F4}" dt="2023-10-05T07:21:32.252" v="404" actId="14100"/>
      <pc:docMkLst>
        <pc:docMk/>
      </pc:docMkLst>
      <pc:sldChg chg="addSp delSp modSp mod">
        <pc:chgData name="Dragan Javorac" userId="913c2858-fb97-4c6e-a42c-b1f1a16b225e" providerId="ADAL" clId="{E0BFB228-DB6A-47A2-8190-AFA79F5C02F4}" dt="2023-10-05T07:21:32.252" v="404" actId="14100"/>
        <pc:sldMkLst>
          <pc:docMk/>
          <pc:sldMk cId="3209220919" sldId="293"/>
        </pc:sldMkLst>
      </pc:sldChg>
      <pc:sldChg chg="addSp modSp mod">
        <pc:chgData name="Dragan Javorac" userId="913c2858-fb97-4c6e-a42c-b1f1a16b225e" providerId="ADAL" clId="{E0BFB228-DB6A-47A2-8190-AFA79F5C02F4}" dt="2023-10-05T06:37:36.507" v="87" actId="14100"/>
        <pc:sldMkLst>
          <pc:docMk/>
          <pc:sldMk cId="4140789780" sldId="297"/>
        </pc:sldMkLst>
      </pc:sldChg>
      <pc:sldChg chg="modSp mod">
        <pc:chgData name="Dragan Javorac" userId="913c2858-fb97-4c6e-a42c-b1f1a16b225e" providerId="ADAL" clId="{E0BFB228-DB6A-47A2-8190-AFA79F5C02F4}" dt="2023-10-05T06:39:43.036" v="395" actId="14100"/>
        <pc:sldMkLst>
          <pc:docMk/>
          <pc:sldMk cId="891455290" sldId="298"/>
        </pc:sldMkLst>
      </pc:sldChg>
      <pc:sldChg chg="modSp add mod">
        <pc:chgData name="Dragan Javorac" userId="913c2858-fb97-4c6e-a42c-b1f1a16b225e" providerId="ADAL" clId="{E0BFB228-DB6A-47A2-8190-AFA79F5C02F4}" dt="2023-10-05T06:39:37.189" v="394" actId="20577"/>
        <pc:sldMkLst>
          <pc:docMk/>
          <pc:sldMk cId="1439648077" sldId="299"/>
        </pc:sldMkLst>
      </pc:sldChg>
    </pc:docChg>
  </pc:docChgLst>
  <pc:docChgLst>
    <pc:chgData name="Dragan Javorac" userId="913c2858-fb97-4c6e-a42c-b1f1a16b225e" providerId="ADAL" clId="{7147D1A9-4957-414B-9673-EA07728E6C45}"/>
    <pc:docChg chg="custSel delSld modSld">
      <pc:chgData name="Dragan Javorac" userId="913c2858-fb97-4c6e-a42c-b1f1a16b225e" providerId="ADAL" clId="{7147D1A9-4957-414B-9673-EA07728E6C45}" dt="2024-10-14T06:24:38.502" v="5" actId="20577"/>
      <pc:docMkLst>
        <pc:docMk/>
      </pc:docMkLst>
      <pc:sldChg chg="addSp delSp modSp mod">
        <pc:chgData name="Dragan Javorac" userId="913c2858-fb97-4c6e-a42c-b1f1a16b225e" providerId="ADAL" clId="{7147D1A9-4957-414B-9673-EA07728E6C45}" dt="2024-10-14T06:24:38.502" v="5" actId="20577"/>
        <pc:sldMkLst>
          <pc:docMk/>
          <pc:sldMk cId="3209220919" sldId="293"/>
        </pc:sldMkLst>
      </pc:sldChg>
      <pc:sldChg chg="del">
        <pc:chgData name="Dragan Javorac" userId="913c2858-fb97-4c6e-a42c-b1f1a16b225e" providerId="ADAL" clId="{7147D1A9-4957-414B-9673-EA07728E6C45}" dt="2024-10-14T06:22:44.415" v="0" actId="47"/>
        <pc:sldMkLst>
          <pc:docMk/>
          <pc:sldMk cId="364979388" sldId="306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243C45-51C9-413D-93FA-8A8D8BED7348}" type="datetimeFigureOut">
              <a:rPr lang="nl-NL" smtClean="0"/>
              <a:t>27-10-2025</a:t>
            </a:fld>
            <a:endParaRPr lang="nl-NL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8DB5C-9DAE-4E68-A8FA-76282628200A}" type="slidenum">
              <a:rPr lang="nl-NL" smtClean="0"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1626102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243C45-51C9-413D-93FA-8A8D8BED7348}" type="datetimeFigureOut">
              <a:rPr lang="nl-NL" smtClean="0"/>
              <a:t>27-10-2025</a:t>
            </a:fld>
            <a:endParaRPr lang="nl-NL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8DB5C-9DAE-4E68-A8FA-76282628200A}" type="slidenum">
              <a:rPr lang="nl-NL" smtClean="0"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3407970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243C45-51C9-413D-93FA-8A8D8BED7348}" type="datetimeFigureOut">
              <a:rPr lang="nl-NL" smtClean="0"/>
              <a:t>27-10-2025</a:t>
            </a:fld>
            <a:endParaRPr lang="nl-NL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8DB5C-9DAE-4E68-A8FA-76282628200A}" type="slidenum">
              <a:rPr lang="nl-NL" smtClean="0"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6052786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243C45-51C9-413D-93FA-8A8D8BED7348}" type="datetimeFigureOut">
              <a:rPr lang="nl-NL" smtClean="0"/>
              <a:t>27-10-2025</a:t>
            </a:fld>
            <a:endParaRPr lang="nl-NL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8DB5C-9DAE-4E68-A8FA-76282628200A}" type="slidenum">
              <a:rPr lang="nl-NL" smtClean="0"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5990088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243C45-51C9-413D-93FA-8A8D8BED7348}" type="datetimeFigureOut">
              <a:rPr lang="nl-NL" smtClean="0"/>
              <a:t>27-10-2025</a:t>
            </a:fld>
            <a:endParaRPr lang="nl-NL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8DB5C-9DAE-4E68-A8FA-76282628200A}" type="slidenum">
              <a:rPr lang="nl-NL" smtClean="0"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3782687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243C45-51C9-413D-93FA-8A8D8BED7348}" type="datetimeFigureOut">
              <a:rPr lang="nl-NL" smtClean="0"/>
              <a:t>27-10-2025</a:t>
            </a:fld>
            <a:endParaRPr lang="nl-NL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8DB5C-9DAE-4E68-A8FA-76282628200A}" type="slidenum">
              <a:rPr lang="nl-NL" smtClean="0"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2095499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243C45-51C9-413D-93FA-8A8D8BED7348}" type="datetimeFigureOut">
              <a:rPr lang="nl-NL" smtClean="0"/>
              <a:t>27-10-2025</a:t>
            </a:fld>
            <a:endParaRPr lang="nl-NL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8DB5C-9DAE-4E68-A8FA-76282628200A}" type="slidenum">
              <a:rPr lang="nl-NL" smtClean="0"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4989710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243C45-51C9-413D-93FA-8A8D8BED7348}" type="datetimeFigureOut">
              <a:rPr lang="nl-NL" smtClean="0"/>
              <a:t>27-10-2025</a:t>
            </a:fld>
            <a:endParaRPr lang="nl-NL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8DB5C-9DAE-4E68-A8FA-76282628200A}" type="slidenum">
              <a:rPr lang="nl-NL" smtClean="0"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802038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243C45-51C9-413D-93FA-8A8D8BED7348}" type="datetimeFigureOut">
              <a:rPr lang="nl-NL" smtClean="0"/>
              <a:t>27-10-2025</a:t>
            </a:fld>
            <a:endParaRPr lang="nl-NL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8DB5C-9DAE-4E68-A8FA-76282628200A}" type="slidenum">
              <a:rPr lang="nl-NL" smtClean="0"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358806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243C45-51C9-413D-93FA-8A8D8BED7348}" type="datetimeFigureOut">
              <a:rPr lang="nl-NL" smtClean="0"/>
              <a:t>27-10-2025</a:t>
            </a:fld>
            <a:endParaRPr lang="nl-NL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8DB5C-9DAE-4E68-A8FA-76282628200A}" type="slidenum">
              <a:rPr lang="nl-NL" smtClean="0"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5912660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243C45-51C9-413D-93FA-8A8D8BED7348}" type="datetimeFigureOut">
              <a:rPr lang="nl-NL" smtClean="0"/>
              <a:t>27-10-2025</a:t>
            </a:fld>
            <a:endParaRPr lang="nl-NL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8DB5C-9DAE-4E68-A8FA-76282628200A}" type="slidenum">
              <a:rPr lang="nl-NL" smtClean="0"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41580794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bg1"/>
            </a:gs>
            <a:gs pos="86000">
              <a:schemeClr val="accent6">
                <a:lumMod val="75000"/>
              </a:schemeClr>
            </a:gs>
            <a:gs pos="100000">
              <a:schemeClr val="accent6">
                <a:lumMod val="20000"/>
                <a:lumOff val="80000"/>
              </a:schemeClr>
            </a:gs>
          </a:gsLst>
          <a:lin ang="42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0243C45-51C9-413D-93FA-8A8D8BED7348}" type="datetimeFigureOut">
              <a:rPr lang="nl-NL" smtClean="0"/>
              <a:t>27-10-2025</a:t>
            </a:fld>
            <a:endParaRPr lang="nl-NL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nl-NL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A8DB5C-9DAE-4E68-A8FA-76282628200A}" type="slidenum">
              <a:rPr lang="nl-NL" smtClean="0"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69341642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099B8BA3-F095-3E24-5523-552CBD5DE9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7550" y="837413"/>
            <a:ext cx="4748044" cy="535366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78B7A23-90F0-99CA-4080-9110B025940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106743"/>
            <a:ext cx="9144000" cy="1098323"/>
          </a:xfrm>
        </p:spPr>
        <p:txBody>
          <a:bodyPr/>
          <a:lstStyle/>
          <a:p>
            <a:r>
              <a:rPr lang="nl-NL" dirty="0"/>
              <a:t>DB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14EDD6F-592F-340B-435C-61829CBE085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666430" y="3205066"/>
            <a:ext cx="9001570" cy="1098323"/>
          </a:xfrm>
        </p:spPr>
        <p:txBody>
          <a:bodyPr>
            <a:normAutofit/>
          </a:bodyPr>
          <a:lstStyle/>
          <a:p>
            <a:r>
              <a:rPr lang="nl-NL" dirty="0" err="1"/>
              <a:t>Stored</a:t>
            </a:r>
            <a:r>
              <a:rPr lang="nl-NL" dirty="0"/>
              <a:t> procedures</a:t>
            </a:r>
          </a:p>
        </p:txBody>
      </p:sp>
    </p:spTree>
    <p:extLst>
      <p:ext uri="{BB962C8B-B14F-4D97-AF65-F5344CB8AC3E}">
        <p14:creationId xmlns:p14="http://schemas.microsoft.com/office/powerpoint/2010/main" val="38113782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249F84-7683-7A1C-A158-E9E5BD087E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nl-NL" dirty="0" err="1"/>
              <a:t>Stored</a:t>
            </a:r>
            <a:r>
              <a:rPr lang="nl-NL" dirty="0"/>
              <a:t> Procedures:</a:t>
            </a:r>
            <a:br>
              <a:rPr lang="nl-NL" dirty="0"/>
            </a:br>
            <a:r>
              <a:rPr lang="nl-NL" dirty="0"/>
              <a:t>Wat is het?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F8797C-A226-7836-7AC1-7E1ADAA37B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4"/>
            <a:ext cx="10515601" cy="3985516"/>
          </a:xfrm>
        </p:spPr>
        <p:txBody>
          <a:bodyPr>
            <a:normAutofit/>
          </a:bodyPr>
          <a:lstStyle/>
          <a:p>
            <a:r>
              <a:rPr lang="nl-NL" dirty="0"/>
              <a:t>Een soort functie</a:t>
            </a:r>
          </a:p>
          <a:p>
            <a:r>
              <a:rPr lang="nl-NL" dirty="0"/>
              <a:t>Die je kan aanroepen</a:t>
            </a:r>
          </a:p>
          <a:p>
            <a:pPr lvl="2"/>
            <a:r>
              <a:rPr lang="nl-NL" dirty="0"/>
              <a:t>Met argumenten</a:t>
            </a:r>
          </a:p>
          <a:p>
            <a:pPr lvl="2"/>
            <a:r>
              <a:rPr lang="nl-NL" dirty="0"/>
              <a:t>Met return of niet</a:t>
            </a:r>
          </a:p>
        </p:txBody>
      </p:sp>
    </p:spTree>
    <p:extLst>
      <p:ext uri="{BB962C8B-B14F-4D97-AF65-F5344CB8AC3E}">
        <p14:creationId xmlns:p14="http://schemas.microsoft.com/office/powerpoint/2010/main" val="31773178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59A9F8-2D0D-1098-69DA-04074C9C66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D17651-DBEB-7BFF-E89C-275764FD10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nl-NL" dirty="0" err="1"/>
              <a:t>Stored</a:t>
            </a:r>
            <a:r>
              <a:rPr lang="nl-NL" dirty="0"/>
              <a:t> Procedures:</a:t>
            </a:r>
            <a:br>
              <a:rPr lang="nl-NL" dirty="0"/>
            </a:br>
            <a:r>
              <a:rPr lang="nl-NL" dirty="0"/>
              <a:t>Voordelen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40EF97-4520-FA6F-A3BB-328BF41EC2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4"/>
            <a:ext cx="10515601" cy="3985516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nl-NL" dirty="0"/>
          </a:p>
          <a:p>
            <a:r>
              <a:rPr lang="nl-NL" dirty="0"/>
              <a:t>Pre </a:t>
            </a:r>
            <a:r>
              <a:rPr lang="nl-NL" dirty="0" err="1"/>
              <a:t>compiled</a:t>
            </a:r>
            <a:endParaRPr lang="nl-NL" dirty="0"/>
          </a:p>
          <a:p>
            <a:pPr lvl="1"/>
            <a:r>
              <a:rPr lang="nl-NL" dirty="0"/>
              <a:t>dus snel</a:t>
            </a:r>
          </a:p>
          <a:p>
            <a:r>
              <a:rPr lang="nl-NL" dirty="0"/>
              <a:t>Sql </a:t>
            </a:r>
            <a:r>
              <a:rPr lang="nl-NL" dirty="0" err="1"/>
              <a:t>Injection</a:t>
            </a:r>
            <a:r>
              <a:rPr lang="nl-NL" dirty="0"/>
              <a:t> SAVE (tenzij je rare dingen doet)</a:t>
            </a:r>
          </a:p>
          <a:p>
            <a:r>
              <a:rPr lang="nl-NL" dirty="0"/>
              <a:t>Alleen </a:t>
            </a:r>
            <a:r>
              <a:rPr lang="nl-NL" dirty="0" err="1"/>
              <a:t>execute</a:t>
            </a:r>
            <a:r>
              <a:rPr lang="nl-NL" dirty="0"/>
              <a:t> rechten nodig</a:t>
            </a:r>
          </a:p>
          <a:p>
            <a:pPr lvl="2"/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9801436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5DFDFD-2A59-EEF7-3371-A0CADF9BC6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F2348D-20F4-00BA-9FC7-3F6B547069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nl-NL" dirty="0"/>
              <a:t>Voorbeeld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A93659-B963-C35B-B8A3-585BEC13DF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07507"/>
            <a:ext cx="5101128" cy="5185367"/>
          </a:xfrm>
        </p:spPr>
        <p:txBody>
          <a:bodyPr>
            <a:normAutofit/>
          </a:bodyPr>
          <a:lstStyle/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nl-NL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DELIMITER $$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nl-NL" sz="2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USE</a:t>
            </a:r>
            <a:r>
              <a:rPr lang="nl-NL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nl-NL" sz="2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`</a:t>
            </a:r>
            <a:r>
              <a:rPr lang="nl-NL" sz="20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mydatabase</a:t>
            </a:r>
            <a:r>
              <a:rPr lang="nl-NL" sz="2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`</a:t>
            </a:r>
            <a:r>
              <a:rPr lang="nl-NL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$$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nl-NL" sz="2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CREATE</a:t>
            </a:r>
            <a:r>
              <a:rPr lang="nl-NL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nl-NL" sz="2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PROCEDURE</a:t>
            </a:r>
            <a:r>
              <a:rPr lang="nl-NL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nl-NL" sz="2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`</a:t>
            </a:r>
            <a:r>
              <a:rPr lang="nl-NL" sz="20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getBooks</a:t>
            </a:r>
            <a:r>
              <a:rPr lang="nl-NL" sz="2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`</a:t>
            </a:r>
            <a:r>
              <a:rPr lang="nl-NL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()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nl-NL" sz="2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BEGIN</a:t>
            </a:r>
            <a:endParaRPr lang="nl-NL" sz="20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nl-NL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nl-NL" sz="2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START TRANSACTION</a:t>
            </a:r>
            <a:r>
              <a:rPr lang="nl-NL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nl-NL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nl-NL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nl-NL" sz="2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select</a:t>
            </a:r>
            <a:r>
              <a:rPr lang="nl-NL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* </a:t>
            </a:r>
            <a:r>
              <a:rPr lang="nl-NL" sz="200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nl-NL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nl-NL" sz="20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book</a:t>
            </a:r>
            <a:r>
              <a:rPr lang="nl-NL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nl-NL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nl-NL" sz="2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COMMIT</a:t>
            </a:r>
            <a:r>
              <a:rPr lang="nl-NL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nl-NL" sz="2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END</a:t>
            </a:r>
            <a:r>
              <a:rPr lang="nl-NL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$$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nl-NL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DELIMITER ;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47B6DB5E-DA08-B2B8-B88A-38A94E31F397}"/>
              </a:ext>
            </a:extLst>
          </p:cNvPr>
          <p:cNvSpPr txBox="1">
            <a:spLocks/>
          </p:cNvSpPr>
          <p:nvPr/>
        </p:nvSpPr>
        <p:spPr>
          <a:xfrm>
            <a:off x="6802452" y="2307364"/>
            <a:ext cx="4551348" cy="436713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nl-NL" sz="2000" dirty="0">
                <a:solidFill>
                  <a:srgbClr val="CCCCCC"/>
                </a:solidFill>
                <a:latin typeface="Consolas" panose="020B0609020204030204" pitchFamily="49" charset="0"/>
              </a:rPr>
              <a:t>Om de STP te gebruiken in SQL: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endParaRPr lang="nl-NL" sz="2000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nl-NL" sz="2000" i="1" dirty="0">
                <a:solidFill>
                  <a:srgbClr val="CCCCCC"/>
                </a:solidFill>
                <a:latin typeface="Consolas" panose="020B0609020204030204" pitchFamily="49" charset="0"/>
              </a:rPr>
              <a:t>call </a:t>
            </a:r>
            <a:r>
              <a:rPr lang="nl-NL" sz="2000" i="1" dirty="0" err="1">
                <a:solidFill>
                  <a:srgbClr val="CCCCCC"/>
                </a:solidFill>
                <a:latin typeface="Consolas" panose="020B0609020204030204" pitchFamily="49" charset="0"/>
              </a:rPr>
              <a:t>getBooks</a:t>
            </a:r>
            <a:r>
              <a:rPr lang="nl-NL" sz="2000" i="1" dirty="0">
                <a:solidFill>
                  <a:srgbClr val="CCCCCC"/>
                </a:solidFill>
                <a:latin typeface="Consolas" panose="020B0609020204030204" pitchFamily="49" charset="0"/>
              </a:rPr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32614663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B31DFB-E99F-9E8D-11B9-CAC54273E4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9B1EF7-6478-BD01-133F-F841280C79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nl-NL" dirty="0"/>
              <a:t>Input voorbeeld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97F175-537C-43C8-03D7-9AEEDDF932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307507"/>
            <a:ext cx="10515601" cy="5185367"/>
          </a:xfrm>
        </p:spPr>
        <p:txBody>
          <a:bodyPr>
            <a:normAutofit/>
          </a:bodyPr>
          <a:lstStyle/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nl-NL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DELIMITER $$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nl-NL" sz="2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USE</a:t>
            </a:r>
            <a:r>
              <a:rPr lang="nl-NL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nl-NL" sz="2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`</a:t>
            </a:r>
            <a:r>
              <a:rPr lang="nl-NL" sz="20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mydatabase</a:t>
            </a:r>
            <a:r>
              <a:rPr lang="nl-NL" sz="2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`</a:t>
            </a:r>
            <a:r>
              <a:rPr lang="nl-NL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$$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nl-NL" sz="2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CREATE</a:t>
            </a:r>
            <a:r>
              <a:rPr lang="nl-NL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nl-NL" sz="2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PROCEDURE</a:t>
            </a:r>
            <a:r>
              <a:rPr lang="nl-NL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nl-NL" sz="2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`</a:t>
            </a:r>
            <a:r>
              <a:rPr lang="nl-NL" sz="20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findBookByTitle</a:t>
            </a:r>
            <a:r>
              <a:rPr lang="nl-NL" sz="2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`</a:t>
            </a:r>
            <a:r>
              <a:rPr lang="nl-NL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(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nl-NL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nl-NL" sz="2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nl-NL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nl-NL" sz="20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in_title</a:t>
            </a:r>
            <a:r>
              <a:rPr lang="nl-NL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nl-NL" sz="2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VARCHAR</a:t>
            </a:r>
            <a:r>
              <a:rPr lang="nl-NL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nl-NL" sz="20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255</a:t>
            </a:r>
            <a:r>
              <a:rPr lang="nl-NL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),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nl-NL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nl-NL" sz="2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BEGIN</a:t>
            </a:r>
            <a:endParaRPr lang="nl-NL" sz="20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nl-NL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nl-NL" sz="2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START TRANSACTION</a:t>
            </a:r>
            <a:r>
              <a:rPr lang="nl-NL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nl-NL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nl-NL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nl-NL" sz="2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select</a:t>
            </a:r>
            <a:r>
              <a:rPr lang="nl-NL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* </a:t>
            </a:r>
            <a:r>
              <a:rPr lang="nl-NL" sz="200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nl-NL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nl-NL" sz="20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book</a:t>
            </a:r>
            <a:r>
              <a:rPr lang="nl-NL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nl-NL" sz="20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where</a:t>
            </a:r>
            <a:r>
              <a:rPr lang="nl-NL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nl-NL" sz="20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title</a:t>
            </a:r>
            <a:r>
              <a:rPr lang="nl-NL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= @in_title;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nl-NL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nl-NL" sz="2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COMMIT</a:t>
            </a:r>
            <a:r>
              <a:rPr lang="nl-NL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nl-NL" sz="2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END</a:t>
            </a:r>
            <a:r>
              <a:rPr lang="nl-NL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$$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nl-NL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DELIMITER ;</a:t>
            </a:r>
          </a:p>
        </p:txBody>
      </p:sp>
    </p:spTree>
    <p:extLst>
      <p:ext uri="{BB962C8B-B14F-4D97-AF65-F5344CB8AC3E}">
        <p14:creationId xmlns:p14="http://schemas.microsoft.com/office/powerpoint/2010/main" val="8494168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CD9281-2D68-CA66-9436-28E1E5CCBD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3CB302-427C-95F5-AAD8-79A38EC583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nl-NL" dirty="0"/>
              <a:t>Gebruiken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72C2A542-6E11-0551-24D4-567DBF36875F}"/>
              </a:ext>
            </a:extLst>
          </p:cNvPr>
          <p:cNvSpPr txBox="1">
            <a:spLocks/>
          </p:cNvSpPr>
          <p:nvPr/>
        </p:nvSpPr>
        <p:spPr>
          <a:xfrm>
            <a:off x="838199" y="1598063"/>
            <a:ext cx="10515599" cy="447799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nl-NL" sz="2000" dirty="0">
                <a:solidFill>
                  <a:srgbClr val="CCCCCC"/>
                </a:solidFill>
                <a:latin typeface="Consolas" panose="020B0609020204030204" pitchFamily="49" charset="0"/>
              </a:rPr>
              <a:t>Om de STP te gebruiken in SQL: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endParaRPr lang="nl-NL" sz="2000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nl-NL" sz="2000" i="1" dirty="0">
                <a:solidFill>
                  <a:srgbClr val="CCCCCC"/>
                </a:solidFill>
                <a:latin typeface="Consolas" panose="020B0609020204030204" pitchFamily="49" charset="0"/>
              </a:rPr>
              <a:t>call </a:t>
            </a:r>
            <a:r>
              <a:rPr lang="nl-NL" sz="2000" i="1" dirty="0" err="1">
                <a:solidFill>
                  <a:srgbClr val="CCCCCC"/>
                </a:solidFill>
                <a:latin typeface="Consolas" panose="020B0609020204030204" pitchFamily="49" charset="0"/>
              </a:rPr>
              <a:t>getBooks</a:t>
            </a:r>
            <a:r>
              <a:rPr lang="nl-NL" sz="2000" i="1" dirty="0">
                <a:solidFill>
                  <a:srgbClr val="CCCCCC"/>
                </a:solidFill>
                <a:latin typeface="Consolas" panose="020B0609020204030204" pitchFamily="49" charset="0"/>
              </a:rPr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6585283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88311D-7938-CA33-0C43-932AD26188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2587E6-A2B4-1220-883A-427725F690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nl-NL" dirty="0"/>
              <a:t>Voorbeeld, meer </a:t>
            </a:r>
            <a:r>
              <a:rPr lang="nl-NL" dirty="0" err="1"/>
              <a:t>meer</a:t>
            </a:r>
            <a:r>
              <a:rPr lang="nl-NL"/>
              <a:t> SQL</a:t>
            </a:r>
            <a:endParaRPr lang="nl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99CA63-7F27-B0D3-B49D-3E58738B95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307507"/>
            <a:ext cx="10515601" cy="5185367"/>
          </a:xfrm>
        </p:spPr>
        <p:txBody>
          <a:bodyPr>
            <a:normAutofit/>
          </a:bodyPr>
          <a:lstStyle/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nl-NL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DELIMITER $$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nl-NL" sz="105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USE</a:t>
            </a:r>
            <a:r>
              <a:rPr lang="nl-NL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nl-NL" sz="105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`</a:t>
            </a:r>
            <a:r>
              <a:rPr lang="nl-NL" sz="105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mydatabase</a:t>
            </a:r>
            <a:r>
              <a:rPr lang="nl-NL" sz="105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`</a:t>
            </a:r>
            <a:r>
              <a:rPr lang="nl-NL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$$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nl-NL" sz="105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CREATE</a:t>
            </a:r>
            <a:r>
              <a:rPr lang="nl-NL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nl-NL" sz="105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PROCEDURE</a:t>
            </a:r>
            <a:r>
              <a:rPr lang="nl-NL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nl-NL" sz="105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`</a:t>
            </a:r>
            <a:r>
              <a:rPr lang="nl-NL" sz="105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newlogin</a:t>
            </a:r>
            <a:r>
              <a:rPr lang="nl-NL" sz="105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`</a:t>
            </a:r>
            <a:r>
              <a:rPr lang="nl-NL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(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nl-NL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nl-NL" sz="105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nl-NL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nl-NL" sz="105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in_username</a:t>
            </a:r>
            <a:r>
              <a:rPr lang="nl-NL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nl-NL" sz="105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VARCHAR</a:t>
            </a:r>
            <a:r>
              <a:rPr lang="nl-NL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nl-NL" sz="105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255</a:t>
            </a:r>
            <a:r>
              <a:rPr lang="nl-NL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),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nl-NL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nl-NL" sz="105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nl-NL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nl-NL" sz="105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in_password</a:t>
            </a:r>
            <a:r>
              <a:rPr lang="nl-NL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nl-NL" sz="105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VARCHAR</a:t>
            </a:r>
            <a:r>
              <a:rPr lang="nl-NL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nl-NL" sz="105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255</a:t>
            </a:r>
            <a:r>
              <a:rPr lang="nl-NL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),  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nl-NL" sz="105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  IN</a:t>
            </a:r>
            <a:r>
              <a:rPr lang="nl-NL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nl-NL" sz="105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in_deviceid</a:t>
            </a:r>
            <a:r>
              <a:rPr lang="nl-NL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nl-NL" sz="105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VARCHAR</a:t>
            </a:r>
            <a:r>
              <a:rPr lang="nl-NL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nl-NL" sz="105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255</a:t>
            </a:r>
            <a:r>
              <a:rPr lang="nl-NL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nl-NL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nl-NL" sz="105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BEGIN</a:t>
            </a:r>
            <a:endParaRPr lang="nl-NL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nl-NL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nl-NL" sz="105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START TRANSACTION</a:t>
            </a:r>
            <a:r>
              <a:rPr lang="nl-NL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nl-NL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nl-NL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nl-NL" sz="105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select</a:t>
            </a:r>
            <a:r>
              <a:rPr lang="nl-NL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nl-NL" sz="105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idUser</a:t>
            </a:r>
            <a:r>
              <a:rPr lang="nl-NL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nl-NL" sz="105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into</a:t>
            </a:r>
            <a:r>
              <a:rPr lang="nl-NL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@userId </a:t>
            </a:r>
            <a:r>
              <a:rPr lang="nl-NL" sz="105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nl-NL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user </a:t>
            </a:r>
            <a:r>
              <a:rPr lang="nl-NL" sz="105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where</a:t>
            </a:r>
            <a:r>
              <a:rPr lang="nl-NL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username </a:t>
            </a:r>
            <a:r>
              <a:rPr lang="nl-NL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nl-NL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nl-NL" sz="105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in_username</a:t>
            </a:r>
            <a:r>
              <a:rPr lang="nl-NL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nl-NL" sz="105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and</a:t>
            </a:r>
            <a:r>
              <a:rPr lang="nl-NL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nl-NL" sz="105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`password`</a:t>
            </a:r>
            <a:r>
              <a:rPr lang="nl-NL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nl-NL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nl-NL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nl-NL" sz="105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in_password</a:t>
            </a:r>
            <a:r>
              <a:rPr lang="nl-NL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br>
              <a:rPr lang="nl-NL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nl-NL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nl-NL" sz="105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nl-NL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nl-NL" sz="105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exists</a:t>
            </a:r>
            <a:r>
              <a:rPr lang="nl-NL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(</a:t>
            </a:r>
            <a:r>
              <a:rPr lang="nl-NL" sz="105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select</a:t>
            </a:r>
            <a:r>
              <a:rPr lang="nl-NL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nl-NL" sz="105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iduser_token</a:t>
            </a:r>
            <a:r>
              <a:rPr lang="nl-NL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nl-NL" sz="105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nl-NL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nl-NL" sz="105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user_token</a:t>
            </a:r>
            <a:r>
              <a:rPr lang="nl-NL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nl-NL" sz="105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where</a:t>
            </a:r>
            <a:r>
              <a:rPr lang="nl-NL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nl-NL" sz="105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deviceid</a:t>
            </a:r>
            <a:r>
              <a:rPr lang="nl-NL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nl-NL" sz="105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in_deviceid</a:t>
            </a:r>
            <a:r>
              <a:rPr lang="nl-NL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nl-NL" sz="105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and</a:t>
            </a:r>
            <a:r>
              <a:rPr lang="nl-NL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nl-NL" sz="105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user_iduser</a:t>
            </a:r>
            <a:r>
              <a:rPr lang="nl-NL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nl-NL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@userId          ) 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nl-NL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nl-NL" sz="105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THEN</a:t>
            </a:r>
            <a:r>
              <a:rPr lang="nl-NL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nl-NL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nl-NL" sz="105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delete</a:t>
            </a:r>
            <a:r>
              <a:rPr lang="nl-NL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nl-NL" sz="105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nl-NL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nl-NL" sz="105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user_token</a:t>
            </a:r>
            <a:r>
              <a:rPr lang="nl-NL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nl-NL" sz="105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where</a:t>
            </a:r>
            <a:r>
              <a:rPr lang="nl-NL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nl-NL" sz="105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deviceid</a:t>
            </a:r>
            <a:r>
              <a:rPr lang="nl-NL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nl-NL" sz="105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in_deviceid</a:t>
            </a:r>
            <a:r>
              <a:rPr lang="nl-NL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nl-NL" sz="105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and</a:t>
            </a:r>
            <a:r>
              <a:rPr lang="nl-NL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nl-NL" sz="105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user_iduser</a:t>
            </a:r>
            <a:r>
              <a:rPr lang="nl-NL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nl-NL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@userId;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nl-NL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nl-NL" sz="105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END</a:t>
            </a:r>
            <a:r>
              <a:rPr lang="nl-NL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nl-NL" sz="105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nl-NL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br>
              <a:rPr lang="nl-NL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nl-NL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nl-NL" sz="105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INSERT INTO</a:t>
            </a:r>
            <a:r>
              <a:rPr lang="nl-NL" sz="105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nl-NL" sz="105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`</a:t>
            </a:r>
            <a:r>
              <a:rPr lang="nl-NL" sz="105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user_token</a:t>
            </a:r>
            <a:r>
              <a:rPr lang="nl-NL" sz="105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`</a:t>
            </a:r>
            <a:r>
              <a:rPr lang="nl-NL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nl-NL" sz="105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`</a:t>
            </a:r>
            <a:r>
              <a:rPr lang="nl-NL" sz="105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deviceid</a:t>
            </a:r>
            <a:r>
              <a:rPr lang="nl-NL" sz="105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`</a:t>
            </a:r>
            <a:r>
              <a:rPr lang="nl-NL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nl-NL" sz="105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`</a:t>
            </a:r>
            <a:r>
              <a:rPr lang="nl-NL" sz="105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validtill</a:t>
            </a:r>
            <a:r>
              <a:rPr lang="nl-NL" sz="105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`</a:t>
            </a:r>
            <a:r>
              <a:rPr lang="nl-NL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nl-NL" sz="105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`user_</a:t>
            </a:r>
            <a:r>
              <a:rPr lang="nl-NL" sz="105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iduser</a:t>
            </a:r>
            <a:r>
              <a:rPr lang="nl-NL" sz="105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`</a:t>
            </a:r>
            <a:r>
              <a:rPr lang="nl-NL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nl-NL" sz="105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`token`</a:t>
            </a:r>
            <a:r>
              <a:rPr lang="nl-NL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nl-NL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nl-NL" sz="105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VALUES</a:t>
            </a:r>
            <a:endParaRPr lang="nl-NL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nl-NL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(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nl-NL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nl-NL" sz="105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in_deviceid</a:t>
            </a:r>
            <a:r>
              <a:rPr lang="nl-NL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DATE_ADD(</a:t>
            </a:r>
            <a:r>
              <a:rPr lang="nl-NL" sz="105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NOW</a:t>
            </a:r>
            <a:r>
              <a:rPr lang="nl-NL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(), INTERVAL </a:t>
            </a:r>
            <a:r>
              <a:rPr lang="nl-NL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nl-NL" sz="105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7</a:t>
            </a:r>
            <a:r>
              <a:rPr lang="nl-NL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nl-NL" sz="105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DAY</a:t>
            </a:r>
            <a:r>
              <a:rPr lang="nl-NL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), @userId, UUID()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nl-NL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);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br>
              <a:rPr lang="nl-NL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nl-NL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nl-NL" sz="105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select</a:t>
            </a:r>
            <a:r>
              <a:rPr lang="nl-NL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nl-NL" sz="105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token,user_iduser</a:t>
            </a:r>
            <a:r>
              <a:rPr lang="nl-NL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nl-NL" sz="105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nl-NL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nl-NL" sz="105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user_token</a:t>
            </a:r>
            <a:r>
              <a:rPr lang="nl-NL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nl-NL" sz="105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where</a:t>
            </a:r>
            <a:r>
              <a:rPr lang="nl-NL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nl-NL" sz="105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deviceid</a:t>
            </a:r>
            <a:r>
              <a:rPr lang="nl-NL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nl-NL" sz="105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in_deviceid</a:t>
            </a:r>
            <a:r>
              <a:rPr lang="nl-NL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nl-NL" sz="105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and</a:t>
            </a:r>
            <a:r>
              <a:rPr lang="nl-NL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nl-NL" sz="105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user_iduser</a:t>
            </a:r>
            <a:r>
              <a:rPr lang="nl-NL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nl-NL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@userId;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nl-NL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nl-NL" sz="105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COMMIT</a:t>
            </a:r>
            <a:r>
              <a:rPr lang="nl-NL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nl-NL" sz="105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END</a:t>
            </a:r>
            <a:r>
              <a:rPr lang="nl-NL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$$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nl-NL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DELIMITER ;</a:t>
            </a:r>
          </a:p>
        </p:txBody>
      </p:sp>
    </p:spTree>
    <p:extLst>
      <p:ext uri="{BB962C8B-B14F-4D97-AF65-F5344CB8AC3E}">
        <p14:creationId xmlns:p14="http://schemas.microsoft.com/office/powerpoint/2010/main" val="277500043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699EBD-0741-249C-816F-1D27F187F1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4238C6-8165-95FA-1C1F-6EE6FBD873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nl-NL" dirty="0"/>
              <a:t>Gebruiken in </a:t>
            </a:r>
            <a:r>
              <a:rPr lang="nl-NL" dirty="0" err="1"/>
              <a:t>php</a:t>
            </a:r>
            <a:endParaRPr lang="nl-NL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7E20293-D8A7-0A91-9448-F0267EAD77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199" y="1690688"/>
            <a:ext cx="8638293" cy="27360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173151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249F84-7683-7A1C-A158-E9E5BD087E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Vandaag: Opdrachten/huiswerk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42A73C2-BB63-0F33-2FFA-2FC6BC83EA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0013" y="1563301"/>
            <a:ext cx="4548850" cy="40769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922091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1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E9DCF2"/>
      </a:hlink>
      <a:folHlink>
        <a:srgbClr val="3EBBF0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F46216B-77A9-411A-B9D3-5023FCB70208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9A991F36DA3004E8BBBEC5EFEDE8C57" ma:contentTypeVersion="6" ma:contentTypeDescription="Create a new document." ma:contentTypeScope="" ma:versionID="735206c9ca7006b89b07ec7ac2c609e3">
  <xsd:schema xmlns:xsd="http://www.w3.org/2001/XMLSchema" xmlns:xs="http://www.w3.org/2001/XMLSchema" xmlns:p="http://schemas.microsoft.com/office/2006/metadata/properties" xmlns:ns2="a28abc25-2d97-4e22-be40-2a4e9d3d8a76" targetNamespace="http://schemas.microsoft.com/office/2006/metadata/properties" ma:root="true" ma:fieldsID="23b7ae77266580656eec800868fa28f5" ns2:_="">
    <xsd:import namespace="a28abc25-2d97-4e22-be40-2a4e9d3d8a76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28abc25-2d97-4e22-be40-2a4e9d3d8a7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3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EB3FB490-E3EB-4C83-80B0-32A52D0B59C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a28abc25-2d97-4e22-be40-2a4e9d3d8a76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D2637BCA-C9CC-46B0-8052-8AAE567A178A}">
  <ds:schemaRefs>
    <ds:schemaRef ds:uri="http://schemas.microsoft.com/office/2006/metadata/properties"/>
    <ds:schemaRef ds:uri="http://purl.org/dc/dcmitype/"/>
    <ds:schemaRef ds:uri="a28abc25-2d97-4e22-be40-2a4e9d3d8a76"/>
    <ds:schemaRef ds:uri="http://www.w3.org/XML/1998/namespace"/>
    <ds:schemaRef ds:uri="http://purl.org/dc/terms/"/>
    <ds:schemaRef ds:uri="http://schemas.openxmlformats.org/package/2006/metadata/core-properties"/>
    <ds:schemaRef ds:uri="http://schemas.microsoft.com/office/2006/documentManagement/types"/>
    <ds:schemaRef ds:uri="http://schemas.microsoft.com/office/infopath/2007/PartnerControls"/>
    <ds:schemaRef ds:uri="http://purl.org/dc/elements/1.1/"/>
  </ds:schemaRefs>
</ds:datastoreItem>
</file>

<file path=customXml/itemProps3.xml><?xml version="1.0" encoding="utf-8"?>
<ds:datastoreItem xmlns:ds="http://schemas.openxmlformats.org/officeDocument/2006/customXml" ds:itemID="{ED9B0B6E-FA91-4268-A24C-F1593FE8BA4D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 2013 - 2022</Template>
  <TotalTime>525</TotalTime>
  <Words>366</Words>
  <Application>Microsoft Office PowerPoint</Application>
  <PresentationFormat>Widescreen</PresentationFormat>
  <Paragraphs>65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Calibri</vt:lpstr>
      <vt:lpstr>Calibri Light</vt:lpstr>
      <vt:lpstr>Consolas</vt:lpstr>
      <vt:lpstr>Office Theme</vt:lpstr>
      <vt:lpstr>DB</vt:lpstr>
      <vt:lpstr>Stored Procedures: Wat is het?</vt:lpstr>
      <vt:lpstr>Stored Procedures: Voordelen</vt:lpstr>
      <vt:lpstr>Voorbeeld</vt:lpstr>
      <vt:lpstr>Input voorbeeld</vt:lpstr>
      <vt:lpstr>Gebruiken</vt:lpstr>
      <vt:lpstr>Voorbeeld, meer meer SQL</vt:lpstr>
      <vt:lpstr>Gebruiken in php</vt:lpstr>
      <vt:lpstr>Vandaag: Opdrachten/huiswerk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Php</dc:title>
  <dc:creator>Dragan Javorac</dc:creator>
  <cp:lastModifiedBy>Dragan Javorac</cp:lastModifiedBy>
  <cp:revision>11</cp:revision>
  <dcterms:created xsi:type="dcterms:W3CDTF">2023-07-04T07:33:33Z</dcterms:created>
  <dcterms:modified xsi:type="dcterms:W3CDTF">2025-10-27T08:27:43Z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0x010100C9A991F36DA3004E8BBBEC5EFEDE8C57</vt:lpwstr>
  </property>
</Properties>
</file>