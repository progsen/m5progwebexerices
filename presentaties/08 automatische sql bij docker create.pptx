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</pc:sldChg>
    </pc:docChg>
  </pc:docChgLst>
  <pc:docChgLst>
    <pc:chgData name="Dragan Javorac" userId="913c2858-fb97-4c6e-a42c-b1f1a16b225e" providerId="ADAL" clId="{91037D27-327B-4FCA-93C7-975B0D75B771}"/>
    <pc:docChg chg="undo custSel addSld delSld modSld">
      <pc:chgData name="Dragan Javorac" userId="913c2858-fb97-4c6e-a42c-b1f1a16b225e" providerId="ADAL" clId="{91037D27-327B-4FCA-93C7-975B0D75B771}" dt="2024-11-18T09:51:08.456" v="308" actId="1076"/>
      <pc:docMkLst>
        <pc:docMk/>
      </pc:docMkLst>
      <pc:sldChg chg="addSp delSp modSp mod">
        <pc:chgData name="Dragan Javorac" userId="913c2858-fb97-4c6e-a42c-b1f1a16b225e" providerId="ADAL" clId="{91037D27-327B-4FCA-93C7-975B0D75B771}" dt="2024-11-18T09:34:55.423" v="74" actId="1076"/>
        <pc:sldMkLst>
          <pc:docMk/>
          <pc:sldMk cId="3811378203" sldId="256"/>
        </pc:sldMkLst>
      </pc:sldChg>
      <pc:sldChg chg="addSp delSp modSp mod">
        <pc:chgData name="Dragan Javorac" userId="913c2858-fb97-4c6e-a42c-b1f1a16b225e" providerId="ADAL" clId="{91037D27-327B-4FCA-93C7-975B0D75B771}" dt="2024-11-18T09:45:46.496" v="89" actId="1076"/>
        <pc:sldMkLst>
          <pc:docMk/>
          <pc:sldMk cId="3583996413" sldId="265"/>
        </pc:sldMkLst>
      </pc:sldChg>
      <pc:sldChg chg="delSp modSp add del mod">
        <pc:chgData name="Dragan Javorac" userId="913c2858-fb97-4c6e-a42c-b1f1a16b225e" providerId="ADAL" clId="{91037D27-327B-4FCA-93C7-975B0D75B771}" dt="2024-11-18T09:46:16.201" v="97" actId="12"/>
        <pc:sldMkLst>
          <pc:docMk/>
          <pc:sldMk cId="2279458216" sldId="274"/>
        </pc:sldMkLst>
      </pc:sldChg>
      <pc:sldChg chg="addSp modSp add mod">
        <pc:chgData name="Dragan Javorac" userId="913c2858-fb97-4c6e-a42c-b1f1a16b225e" providerId="ADAL" clId="{91037D27-327B-4FCA-93C7-975B0D75B771}" dt="2024-11-18T09:46:56.348" v="124" actId="1076"/>
        <pc:sldMkLst>
          <pc:docMk/>
          <pc:sldMk cId="1473807313" sldId="275"/>
        </pc:sldMkLst>
      </pc:sldChg>
      <pc:sldChg chg="add del">
        <pc:chgData name="Dragan Javorac" userId="913c2858-fb97-4c6e-a42c-b1f1a16b225e" providerId="ADAL" clId="{91037D27-327B-4FCA-93C7-975B0D75B771}" dt="2024-11-18T09:45:28.453" v="84" actId="47"/>
        <pc:sldMkLst>
          <pc:docMk/>
          <pc:sldMk cId="2625409264" sldId="275"/>
        </pc:sldMkLst>
      </pc:sldChg>
      <pc:sldChg chg="add del">
        <pc:chgData name="Dragan Javorac" userId="913c2858-fb97-4c6e-a42c-b1f1a16b225e" providerId="ADAL" clId="{91037D27-327B-4FCA-93C7-975B0D75B771}" dt="2024-11-18T09:45:28.453" v="84" actId="47"/>
        <pc:sldMkLst>
          <pc:docMk/>
          <pc:sldMk cId="2240411125" sldId="276"/>
        </pc:sldMkLst>
      </pc:sldChg>
      <pc:sldChg chg="addSp delSp modSp add mod">
        <pc:chgData name="Dragan Javorac" userId="913c2858-fb97-4c6e-a42c-b1f1a16b225e" providerId="ADAL" clId="{91037D27-327B-4FCA-93C7-975B0D75B771}" dt="2024-11-18T09:49:07.539" v="240" actId="2710"/>
        <pc:sldMkLst>
          <pc:docMk/>
          <pc:sldMk cId="3978621645" sldId="276"/>
        </pc:sldMkLst>
      </pc:sldChg>
      <pc:sldChg chg="add del">
        <pc:chgData name="Dragan Javorac" userId="913c2858-fb97-4c6e-a42c-b1f1a16b225e" providerId="ADAL" clId="{91037D27-327B-4FCA-93C7-975B0D75B771}" dt="2024-11-18T09:45:28.453" v="84" actId="47"/>
        <pc:sldMkLst>
          <pc:docMk/>
          <pc:sldMk cId="1573159394" sldId="277"/>
        </pc:sldMkLst>
      </pc:sldChg>
      <pc:sldChg chg="addSp delSp modSp add mod">
        <pc:chgData name="Dragan Javorac" userId="913c2858-fb97-4c6e-a42c-b1f1a16b225e" providerId="ADAL" clId="{91037D27-327B-4FCA-93C7-975B0D75B771}" dt="2024-11-18T09:50:56.423" v="303" actId="404"/>
        <pc:sldMkLst>
          <pc:docMk/>
          <pc:sldMk cId="1989469843" sldId="277"/>
        </pc:sldMkLst>
      </pc:sldChg>
      <pc:sldChg chg="delSp modSp add mod">
        <pc:chgData name="Dragan Javorac" userId="913c2858-fb97-4c6e-a42c-b1f1a16b225e" providerId="ADAL" clId="{91037D27-327B-4FCA-93C7-975B0D75B771}" dt="2024-11-18T09:51:08.456" v="308" actId="1076"/>
        <pc:sldMkLst>
          <pc:docMk/>
          <pc:sldMk cId="2086198015" sldId="278"/>
        </pc:sldMkLst>
      </pc:sldChg>
      <pc:sldChg chg="add del">
        <pc:chgData name="Dragan Javorac" userId="913c2858-fb97-4c6e-a42c-b1f1a16b225e" providerId="ADAL" clId="{91037D27-327B-4FCA-93C7-975B0D75B771}" dt="2024-11-18T09:45:28.453" v="84" actId="47"/>
        <pc:sldMkLst>
          <pc:docMk/>
          <pc:sldMk cId="4088569794" sldId="278"/>
        </pc:sldMkLst>
      </pc:sldChg>
      <pc:sldChg chg="add del">
        <pc:chgData name="Dragan Javorac" userId="913c2858-fb97-4c6e-a42c-b1f1a16b225e" providerId="ADAL" clId="{91037D27-327B-4FCA-93C7-975B0D75B771}" dt="2024-11-18T09:45:28.453" v="84" actId="47"/>
        <pc:sldMkLst>
          <pc:docMk/>
          <pc:sldMk cId="1299911365" sldId="279"/>
        </pc:sldMkLst>
      </pc:sldChg>
      <pc:sldChg chg="add del">
        <pc:chgData name="Dragan Javorac" userId="913c2858-fb97-4c6e-a42c-b1f1a16b225e" providerId="ADAL" clId="{91037D27-327B-4FCA-93C7-975B0D75B771}" dt="2024-11-18T09:45:28.453" v="84" actId="47"/>
        <pc:sldMkLst>
          <pc:docMk/>
          <pc:sldMk cId="7668633" sldId="280"/>
        </pc:sldMkLst>
      </pc:sldChg>
      <pc:sldChg chg="add del">
        <pc:chgData name="Dragan Javorac" userId="913c2858-fb97-4c6e-a42c-b1f1a16b225e" providerId="ADAL" clId="{91037D27-327B-4FCA-93C7-975B0D75B771}" dt="2024-11-18T09:45:28.453" v="84" actId="47"/>
        <pc:sldMkLst>
          <pc:docMk/>
          <pc:sldMk cId="2475264498" sldId="281"/>
        </pc:sldMkLst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8:12:40.816" v="696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</pc:sldChg>
      <pc:sldChg chg="modSp mod">
        <pc:chgData name="Dragan Javorac" userId="913c2858-fb97-4c6e-a42c-b1f1a16b225e" providerId="ADAL" clId="{9F4756D4-19AA-4BFB-812C-6BAA87C5B402}" dt="2023-09-07T08:12:40.816" v="696" actId="20577"/>
        <pc:sldMkLst>
          <pc:docMk/>
          <pc:sldMk cId="1648467783" sldId="266"/>
        </pc:sldMkLst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del mod">
        <pc:chgData name="Dragan Javorac" userId="913c2858-fb97-4c6e-a42c-b1f1a16b225e" providerId="ADAL" clId="{9F4756D4-19AA-4BFB-812C-6BAA87C5B402}" dt="2023-09-07T07:58:28.134" v="656" actId="47"/>
        <pc:sldMkLst>
          <pc:docMk/>
          <pc:sldMk cId="879271340" sldId="275"/>
        </pc:sldMkLst>
      </pc:sldChg>
      <pc:sldChg chg="add del">
        <pc:chgData name="Dragan Javorac" userId="913c2858-fb97-4c6e-a42c-b1f1a16b225e" providerId="ADAL" clId="{9F4756D4-19AA-4BFB-812C-6BAA87C5B402}" dt="2023-09-07T08:12:19.405" v="658" actId="47"/>
        <pc:sldMkLst>
          <pc:docMk/>
          <pc:sldMk cId="1338633288" sldId="275"/>
        </pc:sldMkLst>
      </pc:sldChg>
    </pc:docChg>
  </pc:docChgLst>
  <pc:docChgLst>
    <pc:chgData name="Dragan Javorac" userId="913c2858-fb97-4c6e-a42c-b1f1a16b225e" providerId="ADAL" clId="{60948C33-244D-4F6E-BF3F-87240CDF7FB6}"/>
    <pc:docChg chg="undo custSel addSld delSld modSld sldOrd">
      <pc:chgData name="Dragan Javorac" userId="913c2858-fb97-4c6e-a42c-b1f1a16b225e" providerId="ADAL" clId="{60948C33-244D-4F6E-BF3F-87240CDF7FB6}" dt="2023-11-17T13:15:03.631" v="916" actId="20577"/>
      <pc:docMkLst>
        <pc:docMk/>
      </pc:docMkLst>
      <pc:sldChg chg="modSp mod">
        <pc:chgData name="Dragan Javorac" userId="913c2858-fb97-4c6e-a42c-b1f1a16b225e" providerId="ADAL" clId="{60948C33-244D-4F6E-BF3F-87240CDF7FB6}" dt="2023-11-17T12:57:21.045" v="10" actId="14100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60948C33-244D-4F6E-BF3F-87240CDF7FB6}" dt="2023-11-17T12:57:26.231" v="11" actId="4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1670845898" sldId="259"/>
        </pc:sldMkLst>
      </pc:sldChg>
      <pc:sldChg chg="addSp delSp modSp mod">
        <pc:chgData name="Dragan Javorac" userId="913c2858-fb97-4c6e-a42c-b1f1a16b225e" providerId="ADAL" clId="{60948C33-244D-4F6E-BF3F-87240CDF7FB6}" dt="2023-11-17T13:15:03.631" v="916" actId="2057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60948C33-244D-4F6E-BF3F-87240CDF7FB6}" dt="2023-11-17T13:13:54.105" v="893" actId="47"/>
        <pc:sldMkLst>
          <pc:docMk/>
          <pc:sldMk cId="2371956023" sldId="273"/>
        </pc:sldMkLst>
      </pc:sldChg>
      <pc:sldChg chg="addSp modSp mod">
        <pc:chgData name="Dragan Javorac" userId="913c2858-fb97-4c6e-a42c-b1f1a16b225e" providerId="ADAL" clId="{60948C33-244D-4F6E-BF3F-87240CDF7FB6}" dt="2023-11-17T13:05:14.671" v="476" actId="20577"/>
        <pc:sldMkLst>
          <pc:docMk/>
          <pc:sldMk cId="2279458216" sldId="274"/>
        </pc:sldMkLst>
      </pc:sldChg>
      <pc:sldChg chg="addSp modSp add mod">
        <pc:chgData name="Dragan Javorac" userId="913c2858-fb97-4c6e-a42c-b1f1a16b225e" providerId="ADAL" clId="{60948C33-244D-4F6E-BF3F-87240CDF7FB6}" dt="2023-11-17T13:09:12.597" v="606" actId="1076"/>
        <pc:sldMkLst>
          <pc:docMk/>
          <pc:sldMk cId="2625409264" sldId="275"/>
        </pc:sldMkLst>
      </pc:sldChg>
      <pc:sldChg chg="addSp delSp modSp add mod ord">
        <pc:chgData name="Dragan Javorac" userId="913c2858-fb97-4c6e-a42c-b1f1a16b225e" providerId="ADAL" clId="{60948C33-244D-4F6E-BF3F-87240CDF7FB6}" dt="2023-11-17T13:11:22.219" v="700" actId="1076"/>
        <pc:sldMkLst>
          <pc:docMk/>
          <pc:sldMk cId="2240411125" sldId="276"/>
        </pc:sldMkLst>
      </pc:sldChg>
      <pc:sldChg chg="addSp modSp add mod">
        <pc:chgData name="Dragan Javorac" userId="913c2858-fb97-4c6e-a42c-b1f1a16b225e" providerId="ADAL" clId="{60948C33-244D-4F6E-BF3F-87240CDF7FB6}" dt="2023-11-17T13:07:16.453" v="590" actId="1076"/>
        <pc:sldMkLst>
          <pc:docMk/>
          <pc:sldMk cId="1573159394" sldId="277"/>
        </pc:sldMkLst>
      </pc:sldChg>
      <pc:sldChg chg="delSp modSp add mod">
        <pc:chgData name="Dragan Javorac" userId="913c2858-fb97-4c6e-a42c-b1f1a16b225e" providerId="ADAL" clId="{60948C33-244D-4F6E-BF3F-87240CDF7FB6}" dt="2023-11-17T13:10:58.274" v="690" actId="478"/>
        <pc:sldMkLst>
          <pc:docMk/>
          <pc:sldMk cId="4088569794" sldId="278"/>
        </pc:sldMkLst>
      </pc:sldChg>
      <pc:sldChg chg="addSp delSp modSp add mod">
        <pc:chgData name="Dragan Javorac" userId="913c2858-fb97-4c6e-a42c-b1f1a16b225e" providerId="ADAL" clId="{60948C33-244D-4F6E-BF3F-87240CDF7FB6}" dt="2023-11-17T13:11:09.225" v="696" actId="1076"/>
        <pc:sldMkLst>
          <pc:docMk/>
          <pc:sldMk cId="1299911365" sldId="279"/>
        </pc:sldMkLst>
      </pc:sldChg>
      <pc:sldChg chg="add">
        <pc:chgData name="Dragan Javorac" userId="913c2858-fb97-4c6e-a42c-b1f1a16b225e" providerId="ADAL" clId="{60948C33-244D-4F6E-BF3F-87240CDF7FB6}" dt="2023-11-17T13:11:31.624" v="701" actId="2890"/>
        <pc:sldMkLst>
          <pc:docMk/>
          <pc:sldMk cId="7668633" sldId="280"/>
        </pc:sldMkLst>
      </pc:sldChg>
      <pc:sldChg chg="addSp modSp add mod ord">
        <pc:chgData name="Dragan Javorac" userId="913c2858-fb97-4c6e-a42c-b1f1a16b225e" providerId="ADAL" clId="{60948C33-244D-4F6E-BF3F-87240CDF7FB6}" dt="2023-11-17T13:13:40.646" v="892" actId="27636"/>
        <pc:sldMkLst>
          <pc:docMk/>
          <pc:sldMk cId="2475264498" sldId="281"/>
        </pc:sldMkLst>
      </pc:sldChg>
    </pc:docChg>
  </pc:docChgLst>
  <pc:docChgLst>
    <pc:chgData name="Dragan Javorac" userId="913c2858-fb97-4c6e-a42c-b1f1a16b225e" providerId="ADAL" clId="{BC00D9DF-F858-4149-8B7B-F211D448CEDA}"/>
    <pc:docChg chg="modSld">
      <pc:chgData name="Dragan Javorac" userId="913c2858-fb97-4c6e-a42c-b1f1a16b225e" providerId="ADAL" clId="{BC00D9DF-F858-4149-8B7B-F211D448CEDA}" dt="2025-09-05T10:52:19.386" v="0" actId="1076"/>
      <pc:docMkLst>
        <pc:docMk/>
      </pc:docMkLst>
      <pc:sldChg chg="modSp mod">
        <pc:chgData name="Dragan Javorac" userId="913c2858-fb97-4c6e-a42c-b1f1a16b225e" providerId="ADAL" clId="{BC00D9DF-F858-4149-8B7B-F211D448CEDA}" dt="2025-09-05T10:52:19.386" v="0" actId="1076"/>
        <pc:sldMkLst>
          <pc:docMk/>
          <pc:sldMk cId="1989469843" sldId="277"/>
        </pc:sldMkLst>
        <pc:picChg chg="mod">
          <ac:chgData name="Dragan Javorac" userId="913c2858-fb97-4c6e-a42c-b1f1a16b225e" providerId="ADAL" clId="{BC00D9DF-F858-4149-8B7B-F211D448CEDA}" dt="2025-09-05T10:52:19.386" v="0" actId="1076"/>
          <ac:picMkLst>
            <pc:docMk/>
            <pc:sldMk cId="1989469843" sldId="277"/>
            <ac:picMk id="11" creationId="{1F5C0269-6E2A-E35C-7D46-FACA54FBAC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5-9-2025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progsen/M6PROG_24_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5594" y="2106743"/>
            <a:ext cx="5692406" cy="1098323"/>
          </a:xfrm>
        </p:spPr>
        <p:txBody>
          <a:bodyPr>
            <a:normAutofit fontScale="90000"/>
          </a:bodyPr>
          <a:lstStyle/>
          <a:p>
            <a:pPr algn="l"/>
            <a:r>
              <a:rPr lang="nl-NL" dirty="0"/>
              <a:t>M6 PROG </a:t>
            </a:r>
            <a:r>
              <a:rPr lang="nl-NL" dirty="0" err="1"/>
              <a:t>Fullstack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9971" y="3205066"/>
            <a:ext cx="5692407" cy="587407"/>
          </a:xfrm>
        </p:spPr>
        <p:txBody>
          <a:bodyPr/>
          <a:lstStyle/>
          <a:p>
            <a:pPr algn="l"/>
            <a:r>
              <a:rPr lang="nl-NL" dirty="0"/>
              <a:t>Automatische SQL bij </a:t>
            </a:r>
            <a:r>
              <a:rPr lang="nl-NL" dirty="0" err="1"/>
              <a:t>docker</a:t>
            </a:r>
            <a:r>
              <a:rPr lang="nl-NL" dirty="0"/>
              <a:t> </a:t>
            </a:r>
            <a:r>
              <a:rPr lang="nl-NL" dirty="0" err="1"/>
              <a:t>compose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E6B9F-0955-B6AF-228F-E3063856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37" y="69769"/>
            <a:ext cx="30148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nl-NL" sz="36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Automatisch Sql bij </a:t>
            </a:r>
            <a:r>
              <a:rPr lang="nl-NL" sz="3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nl-NL" sz="36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36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compose</a:t>
            </a:r>
            <a:endParaRPr lang="nl-NL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nl-NL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Een nieuwe </a:t>
            </a:r>
            <a:r>
              <a:rPr lang="nl-NL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moet je zo kunnen maken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Staat je database meteen goed?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nee, je hebt geen 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`tabellen`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`data`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etc</a:t>
            </a:r>
            <a:endParaRPr lang="nl-NL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nl-NL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hoe doen we dat?</a:t>
            </a:r>
          </a:p>
        </p:txBody>
      </p:sp>
    </p:spTree>
    <p:extLst>
      <p:ext uri="{BB962C8B-B14F-4D97-AF65-F5344CB8AC3E}">
        <p14:creationId xmlns:p14="http://schemas.microsoft.com/office/powerpoint/2010/main" val="227945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3271-3885-6EF9-D2E1-03BA059D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E447-27F0-E45C-8A88-A8F4E2470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nl-NL" sz="36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SQL scripts!</a:t>
            </a:r>
            <a:endParaRPr lang="nl-NL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ADC6-37CB-5C7D-B57A-B60435957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56621" cy="4351338"/>
          </a:xfrm>
        </p:spPr>
        <p:txBody>
          <a:bodyPr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nl-NL" sz="20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Stap 1 is: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20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zorg dat je je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script`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bewaard hebt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sz="20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Meestal: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sz="2000" dirty="0">
                <a:solidFill>
                  <a:srgbClr val="CCCCCC"/>
                </a:solidFill>
                <a:latin typeface="Consolas" panose="020B0609020204030204" pitchFamily="49" charset="0"/>
              </a:rPr>
              <a:t>			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`ERD`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sz="2000" dirty="0">
                <a:solidFill>
                  <a:srgbClr val="CCCCCC"/>
                </a:solidFill>
                <a:latin typeface="Consolas" panose="020B0609020204030204" pitchFamily="49" charset="0"/>
              </a:rPr>
              <a:t>			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`forward engineering`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sz="2000" dirty="0">
                <a:solidFill>
                  <a:srgbClr val="CCCCCC"/>
                </a:solidFill>
                <a:latin typeface="Consolas" panose="020B0609020204030204" pitchFamily="49" charset="0"/>
              </a:rPr>
              <a:t>			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-&gt;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`save`</a:t>
            </a:r>
          </a:p>
          <a:p>
            <a:pPr marL="0" indent="0">
              <a:lnSpc>
                <a:spcPts val="1425"/>
              </a:lnSpc>
              <a:buNone/>
            </a:pPr>
            <a:endParaRPr lang="nl-NL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20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maak een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`data`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script: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sz="20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data.sql</a:t>
            </a:r>
            <a:r>
              <a:rPr lang="nl-NL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endParaRPr lang="nl-NL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20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let op volgorde, en noem de files goed: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A51C224-BBA5-C78A-D440-0E7D2C296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614" y="4641884"/>
            <a:ext cx="3717628" cy="205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0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56F9-4EBB-C2CB-52CC-13A218D7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AE39-D0C5-81C5-A1D9-4E7BA369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nl-NL" sz="36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Op de juiste plek</a:t>
            </a:r>
            <a:endParaRPr lang="nl-NL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1E99-D47C-50CB-F3AD-5020882CB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47400" cy="4894489"/>
          </a:xfrm>
        </p:spPr>
        <p:txBody>
          <a:bodyPr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nl-NL" sz="24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Stap 2 is:</a:t>
            </a:r>
          </a:p>
          <a:p>
            <a:pPr marL="0" indent="0">
              <a:lnSpc>
                <a:spcPts val="1425"/>
              </a:lnSpc>
              <a:buNone/>
            </a:pPr>
            <a:r>
              <a:rPr lang="nl-N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24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zet je sql files ergens bij je </a:t>
            </a:r>
            <a:r>
              <a:rPr lang="nl-NL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docker-compose.yml</a:t>
            </a:r>
            <a:r>
              <a:rPr lang="nl-N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file:</a:t>
            </a:r>
            <a:endParaRPr lang="nl-NL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nl-N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sz="24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dit is mijn persoonlijke keuze </a:t>
            </a:r>
            <a:r>
              <a:rPr lang="nl-NL" sz="2400" dirty="0">
                <a:solidFill>
                  <a:srgbClr val="CCCCCC"/>
                </a:solidFill>
                <a:latin typeface="Consolas" panose="020B0609020204030204" pitchFamily="49" charset="0"/>
              </a:rPr>
              <a:t>en kan ook anders</a:t>
            </a:r>
            <a:endParaRPr lang="nl-N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F8F90-701E-753C-43BD-F75C42D24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340" y="2590907"/>
            <a:ext cx="3516224" cy="302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2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33FA-5A8B-B3D8-8768-555F266C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B59C-81AF-B28F-624B-CA4134F3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nl-NL" sz="3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Laat </a:t>
            </a:r>
            <a:r>
              <a:rPr lang="nl-NL" sz="32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nl-NL" sz="3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de scripts draaien bij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36283-D61B-0608-A933-F5CB8057D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514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mysql:latest</a:t>
            </a:r>
            <a:r>
              <a:rPr lang="nl-NL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lees bij boot een directory:</a:t>
            </a:r>
          </a:p>
          <a:p>
            <a:pPr>
              <a:lnSpc>
                <a:spcPct val="100000"/>
              </a:lnSpc>
              <a:buFontTx/>
              <a:buChar char="-"/>
            </a:pPr>
            <a:endParaRPr lang="nl-NL" sz="3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FontTx/>
              <a:buChar char="-"/>
            </a:pPr>
            <a:endParaRPr lang="nl-NL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FontTx/>
              <a:buChar char="-"/>
            </a:pPr>
            <a:endParaRPr lang="nl-NL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daar kan je files inzetten: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nl-NL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nl-NL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2DD5A77-E973-DC15-CBDB-F65C14AEC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598" y="2390775"/>
            <a:ext cx="2524715" cy="2076450"/>
          </a:xfrm>
          <a:prstGeom prst="rect">
            <a:avLst/>
          </a:prstGeom>
        </p:spPr>
      </p:pic>
      <p:pic>
        <p:nvPicPr>
          <p:cNvPr id="11" name="Picture 10" descr="A screen shot of a computer&#10;&#10;Description automatically generated">
            <a:extLst>
              <a:ext uri="{FF2B5EF4-FFF2-40B4-BE49-F238E27FC236}">
                <a16:creationId xmlns:a16="http://schemas.microsoft.com/office/drawing/2014/main" id="{1F5C0269-6E2A-E35C-7D46-FACA54FBA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675" y="4705050"/>
            <a:ext cx="4391638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6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100D0-8F9E-ECC7-E984-65629A80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BE70-73B5-27FD-0E84-F6812556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nl-NL" sz="3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Laat </a:t>
            </a:r>
            <a:r>
              <a:rPr lang="nl-NL" sz="32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nl-NL" sz="3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de scripts draaien bij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DD553-C651-3DDD-2A84-E8FD1B16A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3514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endParaRPr lang="nl-NL" sz="32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l-NL" sz="3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nl-NL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koppel zo je sql files en die gaan mee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3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endParaRPr lang="nl-NL" sz="32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nl-NL" sz="3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 descr="A close up of text&#10;&#10;Description automatically generated">
            <a:extLst>
              <a:ext uri="{FF2B5EF4-FFF2-40B4-BE49-F238E27FC236}">
                <a16:creationId xmlns:a16="http://schemas.microsoft.com/office/drawing/2014/main" id="{ACB19144-5E60-5279-E401-C1F15F153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5" y="3429000"/>
            <a:ext cx="11965070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9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Opdrachten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21016" cy="4733795"/>
          </a:xfrm>
        </p:spPr>
        <p:txBody>
          <a:bodyPr>
            <a:normAutofit/>
          </a:bodyPr>
          <a:lstStyle/>
          <a:p>
            <a:r>
              <a:rPr lang="nl-NL">
                <a:hlinkClick r:id="rId2"/>
              </a:rPr>
              <a:t>https://github.com/progsen/M6PROG_24_25</a:t>
            </a:r>
            <a:endParaRPr lang="nl-NL"/>
          </a:p>
          <a:p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15E6-C33E-423F-4BB2-BC7E20E15E9B}"/>
              </a:ext>
            </a:extLst>
          </p:cNvPr>
          <p:cNvSpPr txBox="1"/>
          <p:nvPr/>
        </p:nvSpPr>
        <p:spPr>
          <a:xfrm>
            <a:off x="5661349" y="44544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119F6-58D5-49FA-F928-4999FB122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417" y="1207774"/>
            <a:ext cx="4304583" cy="44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9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275</TotalTime>
  <Words>221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M6 PROG Fullstack</vt:lpstr>
      <vt:lpstr>## Automatisch Sql bij docker compose</vt:lpstr>
      <vt:lpstr>## SQL scripts!</vt:lpstr>
      <vt:lpstr>## Op de juiste plek</vt:lpstr>
      <vt:lpstr>## Laat docker de scripts draaien bij startup</vt:lpstr>
      <vt:lpstr>## Laat docker de scripts draaien bij startup</vt:lpstr>
      <vt:lpstr>Opdrachten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2025-09-05T10:52:28Z</dcterms:modified>
</cp:coreProperties>
</file>