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94" r:id="rId6"/>
    <p:sldId id="300" r:id="rId7"/>
    <p:sldId id="295" r:id="rId8"/>
    <p:sldId id="296" r:id="rId9"/>
    <p:sldId id="297" r:id="rId10"/>
    <p:sldId id="298" r:id="rId11"/>
    <p:sldId id="299" r:id="rId12"/>
    <p:sldId id="29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CD10B-57EC-4E91-8BC0-4219B22981D9}" v="2" dt="2025-10-06T06:30:49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20641AF-CFBE-4272-B134-B58D40863906}"/>
    <pc:docChg chg="custSel addSld delSld modSld">
      <pc:chgData name="Dragan Javorac" userId="913c2858-fb97-4c6e-a42c-b1f1a16b225e" providerId="ADAL" clId="{F20641AF-CFBE-4272-B134-B58D40863906}" dt="2023-09-28T06:38:28.140" v="411" actId="20577"/>
      <pc:docMkLst>
        <pc:docMk/>
      </pc:docMkLst>
      <pc:sldChg chg="modSp mod">
        <pc:chgData name="Dragan Javorac" userId="913c2858-fb97-4c6e-a42c-b1f1a16b225e" providerId="ADAL" clId="{F20641AF-CFBE-4272-B134-B58D40863906}" dt="2023-09-26T07:01:20.653" v="32" actId="167"/>
        <pc:sldMkLst>
          <pc:docMk/>
          <pc:sldMk cId="3811378203" sldId="256"/>
        </pc:sldMkLst>
      </pc:sldChg>
      <pc:sldChg chg="addSp delSp modSp mod">
        <pc:chgData name="Dragan Javorac" userId="913c2858-fb97-4c6e-a42c-b1f1a16b225e" providerId="ADAL" clId="{F20641AF-CFBE-4272-B134-B58D40863906}" dt="2023-09-26T07:34:49.531" v="379" actId="20577"/>
        <pc:sldMkLst>
          <pc:docMk/>
          <pc:sldMk cId="3451708679" sldId="28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520737929" sldId="282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22632929" sldId="283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533409294" sldId="28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773657184" sldId="285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86902067" sldId="286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13942279" sldId="287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012868093" sldId="288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032720552" sldId="289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212858245" sldId="290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183247633" sldId="29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885579670" sldId="292"/>
        </pc:sldMkLst>
      </pc:sldChg>
      <pc:sldChg chg="addSp delSp modSp mod">
        <pc:chgData name="Dragan Javorac" userId="913c2858-fb97-4c6e-a42c-b1f1a16b225e" providerId="ADAL" clId="{F20641AF-CFBE-4272-B134-B58D40863906}" dt="2023-09-26T07:01:50.894" v="50" actId="20577"/>
        <pc:sldMkLst>
          <pc:docMk/>
          <pc:sldMk cId="3209220919" sldId="293"/>
        </pc:sldMkLst>
      </pc:sldChg>
      <pc:sldChg chg="modSp add mod">
        <pc:chgData name="Dragan Javorac" userId="913c2858-fb97-4c6e-a42c-b1f1a16b225e" providerId="ADAL" clId="{F20641AF-CFBE-4272-B134-B58D40863906}" dt="2023-09-28T06:38:28.140" v="411" actId="20577"/>
        <pc:sldMkLst>
          <pc:docMk/>
          <pc:sldMk cId="853319877" sldId="29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E0BFB228-DB6A-47A2-8190-AFA79F5C02F4}"/>
    <pc:docChg chg="undo custSel addSld modSld">
      <pc:chgData name="Dragan Javorac" userId="913c2858-fb97-4c6e-a42c-b1f1a16b225e" providerId="ADAL" clId="{E0BFB228-DB6A-47A2-8190-AFA79F5C02F4}" dt="2023-10-05T07:21:32.252" v="404" actId="14100"/>
      <pc:docMkLst>
        <pc:docMk/>
      </pc:docMkLst>
      <pc:sldChg chg="addSp delSp modSp mod">
        <pc:chgData name="Dragan Javorac" userId="913c2858-fb97-4c6e-a42c-b1f1a16b225e" providerId="ADAL" clId="{E0BFB228-DB6A-47A2-8190-AFA79F5C02F4}" dt="2023-10-05T07:21:32.252" v="404" actId="14100"/>
        <pc:sldMkLst>
          <pc:docMk/>
          <pc:sldMk cId="3209220919" sldId="293"/>
        </pc:sldMkLst>
      </pc:sldChg>
      <pc:sldChg chg="addSp modSp mod">
        <pc:chgData name="Dragan Javorac" userId="913c2858-fb97-4c6e-a42c-b1f1a16b225e" providerId="ADAL" clId="{E0BFB228-DB6A-47A2-8190-AFA79F5C02F4}" dt="2023-10-05T06:37:36.507" v="87" actId="14100"/>
        <pc:sldMkLst>
          <pc:docMk/>
          <pc:sldMk cId="4140789780" sldId="297"/>
        </pc:sldMkLst>
      </pc:sldChg>
      <pc:sldChg chg="modSp mod">
        <pc:chgData name="Dragan Javorac" userId="913c2858-fb97-4c6e-a42c-b1f1a16b225e" providerId="ADAL" clId="{E0BFB228-DB6A-47A2-8190-AFA79F5C02F4}" dt="2023-10-05T06:39:43.036" v="395" actId="14100"/>
        <pc:sldMkLst>
          <pc:docMk/>
          <pc:sldMk cId="891455290" sldId="298"/>
        </pc:sldMkLst>
      </pc:sldChg>
      <pc:sldChg chg="modSp add mod">
        <pc:chgData name="Dragan Javorac" userId="913c2858-fb97-4c6e-a42c-b1f1a16b225e" providerId="ADAL" clId="{E0BFB228-DB6A-47A2-8190-AFA79F5C02F4}" dt="2023-10-05T06:39:37.189" v="394" actId="20577"/>
        <pc:sldMkLst>
          <pc:docMk/>
          <pc:sldMk cId="1439648077" sldId="299"/>
        </pc:sldMkLst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</pc:sldChg>
    </pc:docChg>
  </pc:docChgLst>
  <pc:docChgLst>
    <pc:chgData name="Dragan Javorac" userId="913c2858-fb97-4c6e-a42c-b1f1a16b225e" providerId="ADAL" clId="{06B55334-52AF-443A-B0D9-A91C7D9934B2}"/>
    <pc:docChg chg="custSel addSld delSld modSld sldOrd">
      <pc:chgData name="Dragan Javorac" userId="913c2858-fb97-4c6e-a42c-b1f1a16b225e" providerId="ADAL" clId="{06B55334-52AF-443A-B0D9-A91C7D9934B2}" dt="2023-10-03T08:57:55.645" v="708" actId="6549"/>
      <pc:docMkLst>
        <pc:docMk/>
      </pc:docMkLst>
      <pc:sldChg chg="modSp mod">
        <pc:chgData name="Dragan Javorac" userId="913c2858-fb97-4c6e-a42c-b1f1a16b225e" providerId="ADAL" clId="{06B55334-52AF-443A-B0D9-A91C7D9934B2}" dt="2023-09-28T12:03:39.078" v="4" actId="20577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06B55334-52AF-443A-B0D9-A91C7D9934B2}" dt="2023-09-28T12:03:41.626" v="5" actId="47"/>
        <pc:sldMkLst>
          <pc:docMk/>
          <pc:sldMk cId="3451708679" sldId="281"/>
        </pc:sldMkLst>
      </pc:sldChg>
      <pc:sldChg chg="modSp mod">
        <pc:chgData name="Dragan Javorac" userId="913c2858-fb97-4c6e-a42c-b1f1a16b225e" providerId="ADAL" clId="{06B55334-52AF-443A-B0D9-A91C7D9934B2}" dt="2023-10-03T08:57:55.645" v="708" actId="6549"/>
        <pc:sldMkLst>
          <pc:docMk/>
          <pc:sldMk cId="3209220919" sldId="293"/>
        </pc:sldMkLst>
      </pc:sldChg>
      <pc:sldChg chg="addSp modSp mod">
        <pc:chgData name="Dragan Javorac" userId="913c2858-fb97-4c6e-a42c-b1f1a16b225e" providerId="ADAL" clId="{06B55334-52AF-443A-B0D9-A91C7D9934B2}" dt="2023-09-28T12:08:19.137" v="102" actId="1076"/>
        <pc:sldMkLst>
          <pc:docMk/>
          <pc:sldMk cId="853319877" sldId="294"/>
        </pc:sldMkLst>
      </pc:sldChg>
      <pc:sldChg chg="addSp delSp modSp add mod">
        <pc:chgData name="Dragan Javorac" userId="913c2858-fb97-4c6e-a42c-b1f1a16b225e" providerId="ADAL" clId="{06B55334-52AF-443A-B0D9-A91C7D9934B2}" dt="2023-09-28T12:15:26.534" v="326" actId="14100"/>
        <pc:sldMkLst>
          <pc:docMk/>
          <pc:sldMk cId="3237422592" sldId="295"/>
        </pc:sldMkLst>
      </pc:sldChg>
      <pc:sldChg chg="addSp delSp modSp add mod ord">
        <pc:chgData name="Dragan Javorac" userId="913c2858-fb97-4c6e-a42c-b1f1a16b225e" providerId="ADAL" clId="{06B55334-52AF-443A-B0D9-A91C7D9934B2}" dt="2023-09-28T13:00:53.306" v="672" actId="14100"/>
        <pc:sldMkLst>
          <pc:docMk/>
          <pc:sldMk cId="2542305982" sldId="296"/>
        </pc:sldMkLst>
      </pc:sldChg>
      <pc:sldChg chg="add del">
        <pc:chgData name="Dragan Javorac" userId="913c2858-fb97-4c6e-a42c-b1f1a16b225e" providerId="ADAL" clId="{06B55334-52AF-443A-B0D9-A91C7D9934B2}" dt="2023-09-28T12:38:40.546" v="328" actId="47"/>
        <pc:sldMkLst>
          <pc:docMk/>
          <pc:sldMk cId="3718852481" sldId="296"/>
        </pc:sldMkLst>
      </pc:sldChg>
      <pc:sldChg chg="modSp add mod">
        <pc:chgData name="Dragan Javorac" userId="913c2858-fb97-4c6e-a42c-b1f1a16b225e" providerId="ADAL" clId="{06B55334-52AF-443A-B0D9-A91C7D9934B2}" dt="2023-09-28T13:00:49.166" v="671" actId="14100"/>
        <pc:sldMkLst>
          <pc:docMk/>
          <pc:sldMk cId="4140789780" sldId="297"/>
        </pc:sldMkLst>
      </pc:sldChg>
      <pc:sldChg chg="addSp delSp modSp add mod">
        <pc:chgData name="Dragan Javorac" userId="913c2858-fb97-4c6e-a42c-b1f1a16b225e" providerId="ADAL" clId="{06B55334-52AF-443A-B0D9-A91C7D9934B2}" dt="2023-09-28T13:00:45.242" v="670" actId="14100"/>
        <pc:sldMkLst>
          <pc:docMk/>
          <pc:sldMk cId="891455290" sldId="298"/>
        </pc:sldMkLst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C3D385BC-1153-40C2-8233-CD4EC7C1BF76}"/>
    <pc:docChg chg="undo custSel addSld delSld modSld">
      <pc:chgData name="Dragan Javorac" userId="913c2858-fb97-4c6e-a42c-b1f1a16b225e" providerId="ADAL" clId="{C3D385BC-1153-40C2-8233-CD4EC7C1BF76}" dt="2023-09-19T07:46:49.303" v="2823" actId="20577"/>
      <pc:docMkLst>
        <pc:docMk/>
      </pc:docMkLst>
      <pc:sldChg chg="modSp mod">
        <pc:chgData name="Dragan Javorac" userId="913c2858-fb97-4c6e-a42c-b1f1a16b225e" providerId="ADAL" clId="{C3D385BC-1153-40C2-8233-CD4EC7C1BF76}" dt="2023-09-07T08:45:23.884" v="14" actId="20577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1291384" sldId="27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375162483" sldId="277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613013851" sldId="278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160278698" sldId="27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970924722" sldId="280"/>
        </pc:sldMkLst>
      </pc:sldChg>
      <pc:sldChg chg="addSp delSp modSp mod">
        <pc:chgData name="Dragan Javorac" userId="913c2858-fb97-4c6e-a42c-b1f1a16b225e" providerId="ADAL" clId="{C3D385BC-1153-40C2-8233-CD4EC7C1BF76}" dt="2023-09-07T08:46:57.409" v="102" actId="20577"/>
        <pc:sldMkLst>
          <pc:docMk/>
          <pc:sldMk cId="3451708679" sldId="281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763588422" sldId="282"/>
        </pc:sldMkLst>
      </pc:sldChg>
      <pc:sldChg chg="addSp delSp modSp add mod">
        <pc:chgData name="Dragan Javorac" userId="913c2858-fb97-4c6e-a42c-b1f1a16b225e" providerId="ADAL" clId="{C3D385BC-1153-40C2-8233-CD4EC7C1BF76}" dt="2023-09-07T08:48:38.323" v="142" actId="20577"/>
        <pc:sldMkLst>
          <pc:docMk/>
          <pc:sldMk cId="2520737929" sldId="282"/>
        </pc:sldMkLst>
      </pc:sldChg>
      <pc:sldChg chg="addSp delSp modSp add mod">
        <pc:chgData name="Dragan Javorac" userId="913c2858-fb97-4c6e-a42c-b1f1a16b225e" providerId="ADAL" clId="{C3D385BC-1153-40C2-8233-CD4EC7C1BF76}" dt="2023-09-08T13:31:24.672" v="2206" actId="313"/>
        <pc:sldMkLst>
          <pc:docMk/>
          <pc:sldMk cId="322632929" sldId="283"/>
        </pc:sldMkLst>
      </pc:sldChg>
      <pc:sldChg chg="addSp delSp modSp add mod">
        <pc:chgData name="Dragan Javorac" userId="913c2858-fb97-4c6e-a42c-b1f1a16b225e" providerId="ADAL" clId="{C3D385BC-1153-40C2-8233-CD4EC7C1BF76}" dt="2023-09-07T08:54:00.419" v="345" actId="20577"/>
        <pc:sldMkLst>
          <pc:docMk/>
          <pc:sldMk cId="533409294" sldId="284"/>
        </pc:sldMkLst>
      </pc:sldChg>
      <pc:sldChg chg="addSp delSp modSp add mod">
        <pc:chgData name="Dragan Javorac" userId="913c2858-fb97-4c6e-a42c-b1f1a16b225e" providerId="ADAL" clId="{C3D385BC-1153-40C2-8233-CD4EC7C1BF76}" dt="2023-09-07T08:54:42.758" v="365" actId="21"/>
        <pc:sldMkLst>
          <pc:docMk/>
          <pc:sldMk cId="2773657184" sldId="285"/>
        </pc:sldMkLst>
      </pc:sldChg>
      <pc:sldChg chg="addSp delSp modSp add mod">
        <pc:chgData name="Dragan Javorac" userId="913c2858-fb97-4c6e-a42c-b1f1a16b225e" providerId="ADAL" clId="{C3D385BC-1153-40C2-8233-CD4EC7C1BF76}" dt="2023-09-08T13:31:32.154" v="2208"/>
        <pc:sldMkLst>
          <pc:docMk/>
          <pc:sldMk cId="1786902067" sldId="286"/>
        </pc:sldMkLst>
      </pc:sldChg>
      <pc:sldChg chg="delSp modSp add mod">
        <pc:chgData name="Dragan Javorac" userId="913c2858-fb97-4c6e-a42c-b1f1a16b225e" providerId="ADAL" clId="{C3D385BC-1153-40C2-8233-CD4EC7C1BF76}" dt="2023-09-08T13:32:16.610" v="2226" actId="1076"/>
        <pc:sldMkLst>
          <pc:docMk/>
          <pc:sldMk cId="1713942279" sldId="287"/>
        </pc:sldMkLst>
      </pc:sldChg>
      <pc:sldChg chg="addSp delSp modSp add mod">
        <pc:chgData name="Dragan Javorac" userId="913c2858-fb97-4c6e-a42c-b1f1a16b225e" providerId="ADAL" clId="{C3D385BC-1153-40C2-8233-CD4EC7C1BF76}" dt="2023-09-08T13:30:31.857" v="2205" actId="313"/>
        <pc:sldMkLst>
          <pc:docMk/>
          <pc:sldMk cId="2012868093" sldId="288"/>
        </pc:sldMkLst>
      </pc:sldChg>
      <pc:sldChg chg="modSp add mod">
        <pc:chgData name="Dragan Javorac" userId="913c2858-fb97-4c6e-a42c-b1f1a16b225e" providerId="ADAL" clId="{C3D385BC-1153-40C2-8233-CD4EC7C1BF76}" dt="2023-09-08T13:29:35.886" v="2136" actId="20577"/>
        <pc:sldMkLst>
          <pc:docMk/>
          <pc:sldMk cId="1032720552" sldId="289"/>
        </pc:sldMkLst>
      </pc:sldChg>
      <pc:sldChg chg="addSp delSp modSp add mod">
        <pc:chgData name="Dragan Javorac" userId="913c2858-fb97-4c6e-a42c-b1f1a16b225e" providerId="ADAL" clId="{C3D385BC-1153-40C2-8233-CD4EC7C1BF76}" dt="2023-09-19T07:46:44.200" v="2822" actId="478"/>
        <pc:sldMkLst>
          <pc:docMk/>
          <pc:sldMk cId="2212858245" sldId="290"/>
        </pc:sldMkLst>
      </pc:sldChg>
      <pc:sldChg chg="addSp modSp add mod">
        <pc:chgData name="Dragan Javorac" userId="913c2858-fb97-4c6e-a42c-b1f1a16b225e" providerId="ADAL" clId="{C3D385BC-1153-40C2-8233-CD4EC7C1BF76}" dt="2023-09-07T14:51:48.983" v="2118" actId="15"/>
        <pc:sldMkLst>
          <pc:docMk/>
          <pc:sldMk cId="2183247633" sldId="291"/>
        </pc:sldMkLst>
      </pc:sldChg>
      <pc:sldChg chg="addSp delSp modSp add mod">
        <pc:chgData name="Dragan Javorac" userId="913c2858-fb97-4c6e-a42c-b1f1a16b225e" providerId="ADAL" clId="{C3D385BC-1153-40C2-8233-CD4EC7C1BF76}" dt="2023-09-07T14:48:18.399" v="1926" actId="14100"/>
        <pc:sldMkLst>
          <pc:docMk/>
          <pc:sldMk cId="3885579670" sldId="292"/>
        </pc:sldMkLst>
      </pc:sldChg>
      <pc:sldChg chg="addSp delSp modSp add mod">
        <pc:chgData name="Dragan Javorac" userId="913c2858-fb97-4c6e-a42c-b1f1a16b225e" providerId="ADAL" clId="{C3D385BC-1153-40C2-8233-CD4EC7C1BF76}" dt="2023-09-19T07:40:26.700" v="2382" actId="14100"/>
        <pc:sldMkLst>
          <pc:docMk/>
          <pc:sldMk cId="3209220919" sldId="293"/>
        </pc:sldMkLst>
      </pc:sldChg>
      <pc:sldChg chg="modSp add del mod">
        <pc:chgData name="Dragan Javorac" userId="913c2858-fb97-4c6e-a42c-b1f1a16b225e" providerId="ADAL" clId="{C3D385BC-1153-40C2-8233-CD4EC7C1BF76}" dt="2023-09-19T07:40:59.359" v="2394" actId="47"/>
        <pc:sldMkLst>
          <pc:docMk/>
          <pc:sldMk cId="2087307890" sldId="294"/>
        </pc:sldMkLst>
      </pc:sldChg>
      <pc:sldChg chg="addSp delSp modSp add mod">
        <pc:chgData name="Dragan Javorac" userId="913c2858-fb97-4c6e-a42c-b1f1a16b225e" providerId="ADAL" clId="{C3D385BC-1153-40C2-8233-CD4EC7C1BF76}" dt="2023-09-19T07:46:49.303" v="2823" actId="2057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</pc:sldChg>
    </pc:docChg>
  </pc:docChgLst>
  <pc:docChgLst>
    <pc:chgData name="Dragan Javorac" userId="913c2858-fb97-4c6e-a42c-b1f1a16b225e" providerId="ADAL" clId="{BC00D9DF-F858-4149-8B7B-F211D448CEDA}"/>
    <pc:docChg chg="custSel addSld modSld">
      <pc:chgData name="Dragan Javorac" userId="913c2858-fb97-4c6e-a42c-b1f1a16b225e" providerId="ADAL" clId="{BC00D9DF-F858-4149-8B7B-F211D448CEDA}" dt="2025-10-06T06:30:49.727" v="77"/>
      <pc:docMkLst>
        <pc:docMk/>
      </pc:docMkLst>
      <pc:sldChg chg="delSp modSp mod">
        <pc:chgData name="Dragan Javorac" userId="913c2858-fb97-4c6e-a42c-b1f1a16b225e" providerId="ADAL" clId="{BC00D9DF-F858-4149-8B7B-F211D448CEDA}" dt="2025-10-06T06:30:32.709" v="75" actId="478"/>
        <pc:sldMkLst>
          <pc:docMk/>
          <pc:sldMk cId="853319877" sldId="294"/>
        </pc:sldMkLst>
        <pc:spChg chg="mod">
          <ac:chgData name="Dragan Javorac" userId="913c2858-fb97-4c6e-a42c-b1f1a16b225e" providerId="ADAL" clId="{BC00D9DF-F858-4149-8B7B-F211D448CEDA}" dt="2025-10-06T06:30:15.495" v="28" actId="20577"/>
          <ac:spMkLst>
            <pc:docMk/>
            <pc:sldMk cId="853319877" sldId="294"/>
            <ac:spMk id="2" creationId="{59249F84-7683-7A1C-A158-E9E5BD087E59}"/>
          </ac:spMkLst>
        </pc:spChg>
        <pc:spChg chg="mod">
          <ac:chgData name="Dragan Javorac" userId="913c2858-fb97-4c6e-a42c-b1f1a16b225e" providerId="ADAL" clId="{BC00D9DF-F858-4149-8B7B-F211D448CEDA}" dt="2025-10-06T06:30:29.642" v="73" actId="20577"/>
          <ac:spMkLst>
            <pc:docMk/>
            <pc:sldMk cId="853319877" sldId="294"/>
            <ac:spMk id="3" creationId="{73F8797C-A226-7836-7AC1-7E1ADAA37B9C}"/>
          </ac:spMkLst>
        </pc:spChg>
        <pc:picChg chg="del">
          <ac:chgData name="Dragan Javorac" userId="913c2858-fb97-4c6e-a42c-b1f1a16b225e" providerId="ADAL" clId="{BC00D9DF-F858-4149-8B7B-F211D448CEDA}" dt="2025-10-06T06:30:31.651" v="74" actId="478"/>
          <ac:picMkLst>
            <pc:docMk/>
            <pc:sldMk cId="853319877" sldId="294"/>
            <ac:picMk id="5" creationId="{5AC664ED-3604-F4DF-D352-F091BB8313A8}"/>
          </ac:picMkLst>
        </pc:picChg>
        <pc:picChg chg="del">
          <ac:chgData name="Dragan Javorac" userId="913c2858-fb97-4c6e-a42c-b1f1a16b225e" providerId="ADAL" clId="{BC00D9DF-F858-4149-8B7B-F211D448CEDA}" dt="2025-10-06T06:30:32.709" v="75" actId="478"/>
          <ac:picMkLst>
            <pc:docMk/>
            <pc:sldMk cId="853319877" sldId="294"/>
            <ac:picMk id="7" creationId="{CF9336B4-887C-950D-D687-7F681B994712}"/>
          </ac:picMkLst>
        </pc:picChg>
      </pc:sldChg>
      <pc:sldChg chg="modSp mod">
        <pc:chgData name="Dragan Javorac" userId="913c2858-fb97-4c6e-a42c-b1f1a16b225e" providerId="ADAL" clId="{BC00D9DF-F858-4149-8B7B-F211D448CEDA}" dt="2025-10-06T06:30:49.727" v="77"/>
        <pc:sldMkLst>
          <pc:docMk/>
          <pc:sldMk cId="2542305982" sldId="296"/>
        </pc:sldMkLst>
        <pc:spChg chg="mod">
          <ac:chgData name="Dragan Javorac" userId="913c2858-fb97-4c6e-a42c-b1f1a16b225e" providerId="ADAL" clId="{BC00D9DF-F858-4149-8B7B-F211D448CEDA}" dt="2025-10-06T06:30:49.727" v="77"/>
          <ac:spMkLst>
            <pc:docMk/>
            <pc:sldMk cId="2542305982" sldId="296"/>
            <ac:spMk id="2" creationId="{59249F84-7683-7A1C-A158-E9E5BD087E59}"/>
          </ac:spMkLst>
        </pc:spChg>
        <pc:spChg chg="mod">
          <ac:chgData name="Dragan Javorac" userId="913c2858-fb97-4c6e-a42c-b1f1a16b225e" providerId="ADAL" clId="{BC00D9DF-F858-4149-8B7B-F211D448CEDA}" dt="2025-10-06T06:30:49.018" v="76" actId="21"/>
          <ac:spMkLst>
            <pc:docMk/>
            <pc:sldMk cId="2542305982" sldId="296"/>
            <ac:spMk id="3" creationId="{73F8797C-A226-7836-7AC1-7E1ADAA37B9C}"/>
          </ac:spMkLst>
        </pc:spChg>
      </pc:sldChg>
      <pc:sldChg chg="add">
        <pc:chgData name="Dragan Javorac" userId="913c2858-fb97-4c6e-a42c-b1f1a16b225e" providerId="ADAL" clId="{BC00D9DF-F858-4149-8B7B-F211D448CEDA}" dt="2025-10-06T06:30:08.318" v="0"/>
        <pc:sldMkLst>
          <pc:docMk/>
          <pc:sldMk cId="3775180682" sldId="300"/>
        </pc:sldMkLst>
      </pc:sldChg>
    </pc:docChg>
  </pc:docChgLst>
  <pc:docChgLst>
    <pc:chgData name="Dragan Javorac" userId="913c2858-fb97-4c6e-a42c-b1f1a16b225e" providerId="ADAL" clId="{6B5508B5-78F7-4D63-9599-D06152A73B90}"/>
    <pc:docChg chg="custSel modSld">
      <pc:chgData name="Dragan Javorac" userId="913c2858-fb97-4c6e-a42c-b1f1a16b225e" providerId="ADAL" clId="{6B5508B5-78F7-4D63-9599-D06152A73B90}" dt="2024-10-07T05:42:26.886" v="9" actId="20577"/>
      <pc:docMkLst>
        <pc:docMk/>
      </pc:docMkLst>
      <pc:sldChg chg="addSp delSp modSp mod">
        <pc:chgData name="Dragan Javorac" userId="913c2858-fb97-4c6e-a42c-b1f1a16b225e" providerId="ADAL" clId="{6B5508B5-78F7-4D63-9599-D06152A73B90}" dt="2024-10-07T05:42:26.886" v="9" actId="20577"/>
        <pc:sldMkLst>
          <pc:docMk/>
          <pc:sldMk cId="3209220919" sldId="293"/>
        </pc:sldMkLst>
      </pc:sldChg>
    </pc:docChg>
  </pc:docChgLst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</pc:sldChg>
    </pc:docChg>
  </pc:docChgLst>
  <pc:docChgLst>
    <pc:chgData name="Dragan Javorac" userId="913c2858-fb97-4c6e-a42c-b1f1a16b225e" providerId="ADAL" clId="{7072D4CA-4047-4BE6-A30A-CB0753A5D7B7}"/>
    <pc:docChg chg="modSld">
      <pc:chgData name="Dragan Javorac" userId="913c2858-fb97-4c6e-a42c-b1f1a16b225e" providerId="ADAL" clId="{7072D4CA-4047-4BE6-A30A-CB0753A5D7B7}" dt="2023-10-05T06:28:12.821" v="4" actId="14"/>
      <pc:docMkLst>
        <pc:docMk/>
      </pc:docMkLst>
      <pc:sldChg chg="modSp mod">
        <pc:chgData name="Dragan Javorac" userId="913c2858-fb97-4c6e-a42c-b1f1a16b225e" providerId="ADAL" clId="{7072D4CA-4047-4BE6-A30A-CB0753A5D7B7}" dt="2023-10-05T06:28:12.821" v="4" actId="14"/>
        <pc:sldMkLst>
          <pc:docMk/>
          <pc:sldMk cId="3209220919" sldId="2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6-10-2025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progsen/M5ProgWebC24ex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743"/>
            <a:ext cx="9144000" cy="1098323"/>
          </a:xfrm>
        </p:spPr>
        <p:txBody>
          <a:bodyPr/>
          <a:lstStyle/>
          <a:p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5066"/>
            <a:ext cx="9144000" cy="1098323"/>
          </a:xfrm>
        </p:spPr>
        <p:txBody>
          <a:bodyPr>
            <a:normAutofit/>
          </a:bodyPr>
          <a:lstStyle/>
          <a:p>
            <a:r>
              <a:rPr lang="nl-NL" dirty="0"/>
              <a:t>+ PHP</a:t>
            </a:r>
          </a:p>
        </p:txBody>
      </p:sp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Foutje… week 6 niet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Tussenbeoordeling doe ik deze week</a:t>
            </a:r>
          </a:p>
        </p:txBody>
      </p:sp>
    </p:spTree>
    <p:extLst>
      <p:ext uri="{BB962C8B-B14F-4D97-AF65-F5344CB8AC3E}">
        <p14:creationId xmlns:p14="http://schemas.microsoft.com/office/powerpoint/2010/main" val="85331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93B86-3057-96FF-D98E-31B22D35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E1857-E8B5-857C-439B-42F58709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Waarom al dat database werk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5BBE2-C402-D0C8-E9AF-815E5AF58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Data los van de app</a:t>
            </a:r>
          </a:p>
          <a:p>
            <a:endParaRPr lang="nl-NL" dirty="0"/>
          </a:p>
          <a:p>
            <a:r>
              <a:rPr lang="nl-NL" dirty="0"/>
              <a:t>Dynamische html voor herhalingen</a:t>
            </a:r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69FF6-D06E-76AB-29D4-CEFEF2152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743" y="1542197"/>
            <a:ext cx="4338481" cy="3063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5C2F29-599C-E5D5-1EDC-4BEAA8673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99" y="4935466"/>
            <a:ext cx="500062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8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Cyclus</a:t>
            </a: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9D9AF8C2-EC53-3458-298F-16CF0B364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74" y="3604458"/>
            <a:ext cx="1676520" cy="1676520"/>
          </a:xfrm>
          <a:prstGeom prst="rect">
            <a:avLst/>
          </a:prstGeom>
        </p:spPr>
      </p:pic>
      <p:pic>
        <p:nvPicPr>
          <p:cNvPr id="11" name="Graphic 10" descr="Server with solid fill">
            <a:extLst>
              <a:ext uri="{FF2B5EF4-FFF2-40B4-BE49-F238E27FC236}">
                <a16:creationId xmlns:a16="http://schemas.microsoft.com/office/drawing/2014/main" id="{6659889F-BF3C-225A-6C9A-B38BB4163A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2775" y="1095289"/>
            <a:ext cx="914400" cy="914400"/>
          </a:xfrm>
          <a:prstGeom prst="rect">
            <a:avLst/>
          </a:prstGeom>
        </p:spPr>
      </p:pic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42792020-D4CE-AD52-E7DC-28A4759F0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797" y="2150661"/>
            <a:ext cx="914400" cy="9144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9FD447-2D93-1456-BD9F-37F2F11F0771}"/>
              </a:ext>
            </a:extLst>
          </p:cNvPr>
          <p:cNvSpPr/>
          <p:nvPr/>
        </p:nvSpPr>
        <p:spPr>
          <a:xfrm>
            <a:off x="7444086" y="4547621"/>
            <a:ext cx="1255594" cy="46402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php</a:t>
            </a:r>
            <a:endParaRPr lang="nl-NL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9667BC-97F3-33D0-9D4E-C1846876E7A8}"/>
              </a:ext>
            </a:extLst>
          </p:cNvPr>
          <p:cNvSpPr/>
          <p:nvPr/>
        </p:nvSpPr>
        <p:spPr>
          <a:xfrm>
            <a:off x="3435335" y="4547621"/>
            <a:ext cx="1255594" cy="46402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html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989A68-B6C8-653F-E77C-87423D9D3568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flipH="1">
            <a:off x="4690929" y="4779633"/>
            <a:ext cx="2753157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4E1C48-B667-2503-2F4A-813DB7D061FA}"/>
              </a:ext>
            </a:extLst>
          </p:cNvPr>
          <p:cNvCxnSpPr>
            <a:cxnSpLocks/>
            <a:stCxn id="14" idx="0"/>
            <a:endCxn id="9" idx="1"/>
          </p:cNvCxnSpPr>
          <p:nvPr/>
        </p:nvCxnSpPr>
        <p:spPr>
          <a:xfrm flipV="1">
            <a:off x="8071883" y="4442718"/>
            <a:ext cx="2420391" cy="10490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8731FB-F456-5DF9-9A6C-92114587F7A9}"/>
              </a:ext>
            </a:extLst>
          </p:cNvPr>
          <p:cNvCxnSpPr>
            <a:cxnSpLocks/>
            <a:stCxn id="9" idx="2"/>
            <a:endCxn id="14" idx="2"/>
          </p:cNvCxnSpPr>
          <p:nvPr/>
        </p:nvCxnSpPr>
        <p:spPr>
          <a:xfrm flipH="1" flipV="1">
            <a:off x="8071883" y="5011644"/>
            <a:ext cx="3258651" cy="26933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FCB839-C526-761F-8312-6952F063ABDB}"/>
              </a:ext>
            </a:extLst>
          </p:cNvPr>
          <p:cNvCxnSpPr>
            <a:cxnSpLocks/>
            <a:stCxn id="15" idx="1"/>
            <a:endCxn id="30" idx="2"/>
          </p:cNvCxnSpPr>
          <p:nvPr/>
        </p:nvCxnSpPr>
        <p:spPr>
          <a:xfrm flipH="1" flipV="1">
            <a:off x="1465997" y="3490469"/>
            <a:ext cx="1969338" cy="128916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75E91EE-8341-F13F-95F5-46A68A846D94}"/>
              </a:ext>
            </a:extLst>
          </p:cNvPr>
          <p:cNvSpPr/>
          <p:nvPr/>
        </p:nvSpPr>
        <p:spPr>
          <a:xfrm>
            <a:off x="838200" y="3026446"/>
            <a:ext cx="1255594" cy="46402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browser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8C88994-8E73-E27E-41B2-9FE48879CF08}"/>
              </a:ext>
            </a:extLst>
          </p:cNvPr>
          <p:cNvCxnSpPr>
            <a:cxnSpLocks/>
            <a:stCxn id="30" idx="3"/>
            <a:endCxn id="11" idx="1"/>
          </p:cNvCxnSpPr>
          <p:nvPr/>
        </p:nvCxnSpPr>
        <p:spPr>
          <a:xfrm flipV="1">
            <a:off x="2093794" y="1552489"/>
            <a:ext cx="5528981" cy="170596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0371916-11BF-E5E0-5E0F-AE55A0688363}"/>
              </a:ext>
            </a:extLst>
          </p:cNvPr>
          <p:cNvSpPr/>
          <p:nvPr/>
        </p:nvSpPr>
        <p:spPr>
          <a:xfrm>
            <a:off x="4426562" y="2222824"/>
            <a:ext cx="1147120" cy="365298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request</a:t>
            </a:r>
            <a:endParaRPr lang="nl-NL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E4B8EA7-F9B8-5DAB-0701-A274AF51DC1C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8071883" y="2009689"/>
            <a:ext cx="8092" cy="253793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FF807AC-F77A-201C-0BF5-D423EEB63785}"/>
              </a:ext>
            </a:extLst>
          </p:cNvPr>
          <p:cNvSpPr/>
          <p:nvPr/>
        </p:nvSpPr>
        <p:spPr>
          <a:xfrm>
            <a:off x="5422132" y="4495169"/>
            <a:ext cx="1439556" cy="45917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Generated</a:t>
            </a:r>
            <a:r>
              <a:rPr lang="nl-NL" dirty="0"/>
              <a:t> html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FD9786B-DF04-8341-C422-4B1B78C77ECD}"/>
              </a:ext>
            </a:extLst>
          </p:cNvPr>
          <p:cNvSpPr/>
          <p:nvPr/>
        </p:nvSpPr>
        <p:spPr>
          <a:xfrm>
            <a:off x="1943255" y="4047588"/>
            <a:ext cx="1147120" cy="365298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response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C314DAC-61A5-63E7-C464-C99F983AD227}"/>
              </a:ext>
            </a:extLst>
          </p:cNvPr>
          <p:cNvSpPr/>
          <p:nvPr/>
        </p:nvSpPr>
        <p:spPr>
          <a:xfrm>
            <a:off x="9000194" y="4244388"/>
            <a:ext cx="1147120" cy="365298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query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33F677B-A212-C4E9-5A80-63D002E888B8}"/>
              </a:ext>
            </a:extLst>
          </p:cNvPr>
          <p:cNvSpPr/>
          <p:nvPr/>
        </p:nvSpPr>
        <p:spPr>
          <a:xfrm>
            <a:off x="9282078" y="5011644"/>
            <a:ext cx="1147120" cy="365298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data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B80C8716-EF8F-815E-9350-0F74EA9E3782}"/>
              </a:ext>
            </a:extLst>
          </p:cNvPr>
          <p:cNvSpPr/>
          <p:nvPr/>
        </p:nvSpPr>
        <p:spPr>
          <a:xfrm>
            <a:off x="7284748" y="2991103"/>
            <a:ext cx="1585529" cy="586356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Request</a:t>
            </a:r>
            <a:r>
              <a:rPr lang="nl-NL" dirty="0"/>
              <a:t> naar </a:t>
            </a:r>
            <a:r>
              <a:rPr lang="nl-NL" dirty="0" err="1"/>
              <a:t>handler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3742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6824" cy="4351338"/>
          </a:xfrm>
        </p:spPr>
        <p:txBody>
          <a:bodyPr/>
          <a:lstStyle/>
          <a:p>
            <a:r>
              <a:rPr lang="nl-NL" dirty="0"/>
              <a:t>We hebben een speler scherm</a:t>
            </a:r>
          </a:p>
          <a:p>
            <a:r>
              <a:rPr lang="nl-NL" dirty="0"/>
              <a:t>Elke speler heeft wat data</a:t>
            </a:r>
          </a:p>
          <a:p>
            <a:endParaRPr lang="nl-NL" dirty="0"/>
          </a:p>
          <a:p>
            <a:r>
              <a:rPr lang="nl-NL" dirty="0"/>
              <a:t>Nu staat de data </a:t>
            </a:r>
            <a:r>
              <a:rPr lang="nl-NL" dirty="0" err="1"/>
              <a:t>hardcoded</a:t>
            </a:r>
            <a:endParaRPr lang="nl-NL" dirty="0"/>
          </a:p>
          <a:p>
            <a:endParaRPr lang="nl-N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AC3C8A-0338-29E5-69E8-3D8A9336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792" y="2132587"/>
            <a:ext cx="4633519" cy="373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0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Dynamisch maken: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0321" cy="204098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Nu zetten we dat om naar </a:t>
            </a:r>
            <a:r>
              <a:rPr lang="nl-NL" dirty="0" err="1"/>
              <a:t>php</a:t>
            </a:r>
            <a:endParaRPr lang="nl-NL" dirty="0"/>
          </a:p>
          <a:p>
            <a:r>
              <a:rPr lang="nl-NL" dirty="0"/>
              <a:t>Meer spelers? Geen probleem</a:t>
            </a:r>
          </a:p>
          <a:p>
            <a:r>
              <a:rPr lang="nl-NL" dirty="0"/>
              <a:t>Html maar 1 keer</a:t>
            </a:r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09D437-444F-D680-FD22-683DA0544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1690688"/>
            <a:ext cx="5629275" cy="4886325"/>
          </a:xfrm>
          <a:prstGeom prst="rect">
            <a:avLst/>
          </a:prstGeom>
        </p:spPr>
      </p:pic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EEBE37D0-F794-DC3A-7121-B2060D128E6A}"/>
              </a:ext>
            </a:extLst>
          </p:cNvPr>
          <p:cNvSpPr/>
          <p:nvPr/>
        </p:nvSpPr>
        <p:spPr>
          <a:xfrm>
            <a:off x="130629" y="5750243"/>
            <a:ext cx="6331131" cy="853440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Lijkt dit rommeliger?</a:t>
            </a:r>
          </a:p>
          <a:p>
            <a:pPr algn="ctr"/>
            <a:r>
              <a:rPr lang="nl-NL" dirty="0"/>
              <a:t>Dat komt omdat we nu nog alles in 1 file hebben staan</a:t>
            </a:r>
          </a:p>
        </p:txBody>
      </p:sp>
    </p:spTree>
    <p:extLst>
      <p:ext uri="{BB962C8B-B14F-4D97-AF65-F5344CB8AC3E}">
        <p14:creationId xmlns:p14="http://schemas.microsoft.com/office/powerpoint/2010/main" val="414078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5166" cy="1325563"/>
          </a:xfrm>
        </p:spPr>
        <p:txBody>
          <a:bodyPr/>
          <a:lstStyle/>
          <a:p>
            <a:r>
              <a:rPr lang="nl-NL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Nu komt het uit de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7BFAA-F22E-35A5-FB4A-F76E2B74A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366" y="0"/>
            <a:ext cx="5798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5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7137" cy="1325563"/>
          </a:xfrm>
        </p:spPr>
        <p:txBody>
          <a:bodyPr/>
          <a:lstStyle/>
          <a:p>
            <a:r>
              <a:rPr lang="nl-NL" dirty="0"/>
              <a:t>Betere code: </a:t>
            </a:r>
            <a:r>
              <a:rPr lang="nl-NL" dirty="0" err="1"/>
              <a:t>Refactor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nl-NL" dirty="0"/>
              <a:t>1 </a:t>
            </a:r>
            <a:r>
              <a:rPr lang="nl-NL" dirty="0" err="1"/>
              <a:t>php</a:t>
            </a:r>
            <a:r>
              <a:rPr lang="nl-NL" dirty="0"/>
              <a:t> class voor de database calls</a:t>
            </a:r>
          </a:p>
          <a:p>
            <a:r>
              <a:rPr lang="nl-NL" dirty="0"/>
              <a:t>1 </a:t>
            </a:r>
            <a:r>
              <a:rPr lang="nl-NL" dirty="0" err="1"/>
              <a:t>php</a:t>
            </a:r>
            <a:r>
              <a:rPr lang="nl-NL" dirty="0"/>
              <a:t> file voor de html (view)</a:t>
            </a:r>
          </a:p>
          <a:p>
            <a:r>
              <a:rPr lang="nl-NL" dirty="0"/>
              <a:t>1 </a:t>
            </a:r>
            <a:r>
              <a:rPr lang="nl-NL" dirty="0" err="1"/>
              <a:t>php</a:t>
            </a:r>
            <a:r>
              <a:rPr lang="nl-NL" dirty="0"/>
              <a:t> als entrypoint (hoofd html)</a:t>
            </a:r>
          </a:p>
          <a:p>
            <a:r>
              <a:rPr lang="nl-NL" dirty="0"/>
              <a:t>extra: </a:t>
            </a:r>
          </a:p>
          <a:p>
            <a:pPr lvl="1"/>
            <a:r>
              <a:rPr lang="nl-NL" dirty="0"/>
              <a:t>Databasetools </a:t>
            </a:r>
            <a:r>
              <a:rPr lang="nl-NL" dirty="0" err="1"/>
              <a:t>php</a:t>
            </a:r>
            <a:r>
              <a:rPr lang="nl-NL" dirty="0"/>
              <a:t> file</a:t>
            </a:r>
          </a:p>
          <a:p>
            <a:pPr lvl="1"/>
            <a:r>
              <a:rPr lang="nl-NL" dirty="0" err="1"/>
              <a:t>configuration</a:t>
            </a:r>
            <a:r>
              <a:rPr lang="nl-NL" dirty="0"/>
              <a:t> </a:t>
            </a:r>
            <a:r>
              <a:rPr lang="nl-NL" dirty="0" err="1"/>
              <a:t>php</a:t>
            </a:r>
            <a:r>
              <a:rPr lang="nl-NL" dirty="0"/>
              <a:t> file</a:t>
            </a:r>
          </a:p>
          <a:p>
            <a:pPr marL="0" indent="0">
              <a:buNone/>
            </a:pPr>
            <a:r>
              <a:rPr lang="nl-NL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7BFAA-F22E-35A5-FB4A-F76E2B74A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366" y="0"/>
            <a:ext cx="5798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48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Vandaag: Opdrachten/huiswerk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421924" cy="3773317"/>
          </a:xfrm>
        </p:spPr>
        <p:txBody>
          <a:bodyPr>
            <a:normAutofit/>
          </a:bodyPr>
          <a:lstStyle/>
          <a:p>
            <a:endParaRPr lang="nl-NL" dirty="0"/>
          </a:p>
          <a:p>
            <a:r>
              <a:rPr lang="nl-NL" sz="4000" dirty="0">
                <a:solidFill>
                  <a:schemeClr val="tx2">
                    <a:lumMod val="75000"/>
                  </a:schemeClr>
                </a:solidFill>
              </a:rPr>
              <a:t>TUSSENBEOORDELING</a:t>
            </a:r>
          </a:p>
          <a:p>
            <a:endParaRPr lang="nl-NL" dirty="0"/>
          </a:p>
          <a:p>
            <a:r>
              <a:rPr lang="nl-NL" dirty="0"/>
              <a:t>Alle opdrachten in </a:t>
            </a:r>
            <a:r>
              <a:rPr lang="nl-NL"/>
              <a:t>“06 </a:t>
            </a:r>
            <a:r>
              <a:rPr lang="nl-NL" dirty="0"/>
              <a:t>connectie”</a:t>
            </a:r>
          </a:p>
          <a:p>
            <a:endParaRPr lang="nl-NL" dirty="0"/>
          </a:p>
          <a:p>
            <a:r>
              <a:rPr lang="nl-NL" dirty="0">
                <a:hlinkClick r:id="rId2"/>
              </a:rPr>
              <a:t>https://github.com/progsen/M5ProgWebC24exer</a:t>
            </a:r>
            <a:endParaRPr lang="nl-NL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70B1C-963E-6A19-699B-6EEDCDAAF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109" y="2393401"/>
            <a:ext cx="4009329" cy="265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2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A991F36DA3004E8BBBEC5EFEDE8C57" ma:contentTypeVersion="6" ma:contentTypeDescription="Create a new document." ma:contentTypeScope="" ma:versionID="735206c9ca7006b89b07ec7ac2c609e3">
  <xsd:schema xmlns:xsd="http://www.w3.org/2001/XMLSchema" xmlns:xs="http://www.w3.org/2001/XMLSchema" xmlns:p="http://schemas.microsoft.com/office/2006/metadata/properties" xmlns:ns2="a28abc25-2d97-4e22-be40-2a4e9d3d8a76" targetNamespace="http://schemas.microsoft.com/office/2006/metadata/properties" ma:root="true" ma:fieldsID="23b7ae77266580656eec800868fa28f5" ns2:_="">
    <xsd:import namespace="a28abc25-2d97-4e22-be40-2a4e9d3d8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8abc25-2d97-4e22-be40-2a4e9d3d8a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3FB490-E3EB-4C83-80B0-32A52D0B59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8abc25-2d97-4e22-be40-2a4e9d3d8a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637BCA-C9CC-46B0-8052-8AAE567A178A}">
  <ds:schemaRefs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90dc185d-016c-4cbe-a021-2ee14c7c0e47"/>
  </ds:schemaRefs>
</ds:datastoreItem>
</file>

<file path=customXml/itemProps3.xml><?xml version="1.0" encoding="utf-8"?>
<ds:datastoreItem xmlns:ds="http://schemas.openxmlformats.org/officeDocument/2006/customXml" ds:itemID="{ED9B0B6E-FA91-4268-A24C-F1593FE8BA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431</TotalTime>
  <Words>160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DB</vt:lpstr>
      <vt:lpstr>Foutje… week 6 niet 5</vt:lpstr>
      <vt:lpstr>Waarom al dat database werk</vt:lpstr>
      <vt:lpstr>Cyclus</vt:lpstr>
      <vt:lpstr>Voorbeeld:</vt:lpstr>
      <vt:lpstr>Dynamisch maken: PHP</vt:lpstr>
      <vt:lpstr>Database</vt:lpstr>
      <vt:lpstr>Betere code: Refactor</vt:lpstr>
      <vt:lpstr>Vandaag: Opdrachten/huiswerk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2025-10-06T06:31:08Z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0x010100C9A991F36DA3004E8BBBEC5EFEDE8C57</vt:lpwstr>
  </property>
</Properties>
</file>