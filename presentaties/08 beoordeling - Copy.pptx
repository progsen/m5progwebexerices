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7" r:id="rId5"/>
    <p:sldId id="299" r:id="rId6"/>
    <p:sldId id="301" r:id="rId7"/>
    <p:sldId id="302" r:id="rId8"/>
    <p:sldId id="303" r:id="rId9"/>
    <p:sldId id="30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B15E3-9ABC-4373-B876-507F0584FD52}" v="8" dt="2023-11-02T07:30:32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06B55334-52AF-443A-B0D9-A91C7D9934B2}"/>
    <pc:docChg chg="custSel addSld delSld modSld sldOrd">
      <pc:chgData name="Dragan Javorac" userId="913c2858-fb97-4c6e-a42c-b1f1a16b225e" providerId="ADAL" clId="{06B55334-52AF-443A-B0D9-A91C7D9934B2}" dt="2023-10-03T08:57:55.645" v="708" actId="6549"/>
      <pc:docMkLst>
        <pc:docMk/>
      </pc:docMkLst>
      <pc:sldChg chg="modSp mod">
        <pc:chgData name="Dragan Javorac" userId="913c2858-fb97-4c6e-a42c-b1f1a16b225e" providerId="ADAL" clId="{06B55334-52AF-443A-B0D9-A91C7D9934B2}" dt="2023-09-28T12:03:39.078" v="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06B55334-52AF-443A-B0D9-A91C7D9934B2}" dt="2023-09-28T12:03:39.078" v="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06B55334-52AF-443A-B0D9-A91C7D9934B2}" dt="2023-09-28T12:03:41.626" v="5" actId="47"/>
        <pc:sldMkLst>
          <pc:docMk/>
          <pc:sldMk cId="3451708679" sldId="281"/>
        </pc:sldMkLst>
      </pc:sldChg>
      <pc:sldChg chg="modSp mod">
        <pc:chgData name="Dragan Javorac" userId="913c2858-fb97-4c6e-a42c-b1f1a16b225e" providerId="ADAL" clId="{06B55334-52AF-443A-B0D9-A91C7D9934B2}" dt="2023-10-03T08:57:55.645" v="708" actId="6549"/>
        <pc:sldMkLst>
          <pc:docMk/>
          <pc:sldMk cId="3209220919" sldId="293"/>
        </pc:sldMkLst>
        <pc:spChg chg="mod">
          <ac:chgData name="Dragan Javorac" userId="913c2858-fb97-4c6e-a42c-b1f1a16b225e" providerId="ADAL" clId="{06B55334-52AF-443A-B0D9-A91C7D9934B2}" dt="2023-10-03T08:57:55.645" v="708" actId="6549"/>
          <ac:spMkLst>
            <pc:docMk/>
            <pc:sldMk cId="3209220919" sldId="293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06B55334-52AF-443A-B0D9-A91C7D9934B2}" dt="2023-09-28T12:08:19.137" v="102" actId="1076"/>
        <pc:sldMkLst>
          <pc:docMk/>
          <pc:sldMk cId="853319877" sldId="294"/>
        </pc:sldMkLst>
        <pc:spChg chg="mod">
          <ac:chgData name="Dragan Javorac" userId="913c2858-fb97-4c6e-a42c-b1f1a16b225e" providerId="ADAL" clId="{06B55334-52AF-443A-B0D9-A91C7D9934B2}" dt="2023-09-28T12:06:24.229" v="32" actId="20577"/>
          <ac:spMkLst>
            <pc:docMk/>
            <pc:sldMk cId="853319877" sldId="294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2:06:42.715" v="94" actId="20577"/>
          <ac:spMkLst>
            <pc:docMk/>
            <pc:sldMk cId="853319877" sldId="29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2:07:05.550" v="99" actId="1076"/>
          <ac:picMkLst>
            <pc:docMk/>
            <pc:sldMk cId="853319877" sldId="294"/>
            <ac:picMk id="5" creationId="{5AC664ED-3604-F4DF-D352-F091BB8313A8}"/>
          </ac:picMkLst>
        </pc:picChg>
        <pc:picChg chg="add mod">
          <ac:chgData name="Dragan Javorac" userId="913c2858-fb97-4c6e-a42c-b1f1a16b225e" providerId="ADAL" clId="{06B55334-52AF-443A-B0D9-A91C7D9934B2}" dt="2023-09-28T12:08:19.137" v="102" actId="1076"/>
          <ac:picMkLst>
            <pc:docMk/>
            <pc:sldMk cId="853319877" sldId="294"/>
            <ac:picMk id="7" creationId="{CF9336B4-887C-950D-D687-7F681B994712}"/>
          </ac:picMkLst>
        </pc:picChg>
      </pc:sldChg>
      <pc:sldChg chg="addSp delSp modSp add mod">
        <pc:chgData name="Dragan Javorac" userId="913c2858-fb97-4c6e-a42c-b1f1a16b225e" providerId="ADAL" clId="{06B55334-52AF-443A-B0D9-A91C7D9934B2}" dt="2023-09-28T12:15:26.534" v="326" actId="14100"/>
        <pc:sldMkLst>
          <pc:docMk/>
          <pc:sldMk cId="3237422592" sldId="295"/>
        </pc:sldMkLst>
        <pc:spChg chg="mod">
          <ac:chgData name="Dragan Javorac" userId="913c2858-fb97-4c6e-a42c-b1f1a16b225e" providerId="ADAL" clId="{06B55334-52AF-443A-B0D9-A91C7D9934B2}" dt="2023-09-28T12:08:27.635" v="111" actId="20577"/>
          <ac:spMkLst>
            <pc:docMk/>
            <pc:sldMk cId="3237422592" sldId="295"/>
            <ac:spMk id="2" creationId="{59249F84-7683-7A1C-A158-E9E5BD087E59}"/>
          </ac:spMkLst>
        </pc:spChg>
        <pc:spChg chg="del mod">
          <ac:chgData name="Dragan Javorac" userId="913c2858-fb97-4c6e-a42c-b1f1a16b225e" providerId="ADAL" clId="{06B55334-52AF-443A-B0D9-A91C7D9934B2}" dt="2023-09-28T12:11:21.476" v="190" actId="478"/>
          <ac:spMkLst>
            <pc:docMk/>
            <pc:sldMk cId="3237422592" sldId="295"/>
            <ac:spMk id="3" creationId="{73F8797C-A226-7836-7AC1-7E1ADAA37B9C}"/>
          </ac:spMkLst>
        </pc:spChg>
        <pc:spChg chg="add mod">
          <ac:chgData name="Dragan Javorac" userId="913c2858-fb97-4c6e-a42c-b1f1a16b225e" providerId="ADAL" clId="{06B55334-52AF-443A-B0D9-A91C7D9934B2}" dt="2023-09-28T12:14:50.031" v="282" actId="1076"/>
          <ac:spMkLst>
            <pc:docMk/>
            <pc:sldMk cId="3237422592" sldId="295"/>
            <ac:spMk id="14" creationId="{7D9FD447-2D93-1456-BD9F-37F2F11F0771}"/>
          </ac:spMkLst>
        </pc:spChg>
        <pc:spChg chg="add mod">
          <ac:chgData name="Dragan Javorac" userId="913c2858-fb97-4c6e-a42c-b1f1a16b225e" providerId="ADAL" clId="{06B55334-52AF-443A-B0D9-A91C7D9934B2}" dt="2023-09-28T12:14:47.591" v="281" actId="1076"/>
          <ac:spMkLst>
            <pc:docMk/>
            <pc:sldMk cId="3237422592" sldId="295"/>
            <ac:spMk id="15" creationId="{DD9667BC-97F3-33D0-9D4E-C1846876E7A8}"/>
          </ac:spMkLst>
        </pc:spChg>
        <pc:spChg chg="add mod">
          <ac:chgData name="Dragan Javorac" userId="913c2858-fb97-4c6e-a42c-b1f1a16b225e" providerId="ADAL" clId="{06B55334-52AF-443A-B0D9-A91C7D9934B2}" dt="2023-09-28T12:14:36.855" v="276" actId="1076"/>
          <ac:spMkLst>
            <pc:docMk/>
            <pc:sldMk cId="3237422592" sldId="295"/>
            <ac:spMk id="30" creationId="{375E91EE-8341-F13F-95F5-46A68A846D94}"/>
          </ac:spMkLst>
        </pc:spChg>
        <pc:spChg chg="add mod">
          <ac:chgData name="Dragan Javorac" userId="913c2858-fb97-4c6e-a42c-b1f1a16b225e" providerId="ADAL" clId="{06B55334-52AF-443A-B0D9-A91C7D9934B2}" dt="2023-09-28T12:14:38.999" v="277" actId="1076"/>
          <ac:spMkLst>
            <pc:docMk/>
            <pc:sldMk cId="3237422592" sldId="295"/>
            <ac:spMk id="37" creationId="{C0371916-11BF-E5E0-5E0F-AE55A0688363}"/>
          </ac:spMkLst>
        </pc:spChg>
        <pc:spChg chg="add del mod">
          <ac:chgData name="Dragan Javorac" userId="913c2858-fb97-4c6e-a42c-b1f1a16b225e" providerId="ADAL" clId="{06B55334-52AF-443A-B0D9-A91C7D9934B2}" dt="2023-09-28T12:11:23.861" v="191" actId="478"/>
          <ac:spMkLst>
            <pc:docMk/>
            <pc:sldMk cId="3237422592" sldId="295"/>
            <ac:spMk id="39" creationId="{3A6F7D78-0DCA-AEBE-A2DD-B441C701F3DB}"/>
          </ac:spMkLst>
        </pc:spChg>
        <pc:spChg chg="add mod">
          <ac:chgData name="Dragan Javorac" userId="913c2858-fb97-4c6e-a42c-b1f1a16b225e" providerId="ADAL" clId="{06B55334-52AF-443A-B0D9-A91C7D9934B2}" dt="2023-09-28T12:15:02.150" v="286" actId="1076"/>
          <ac:spMkLst>
            <pc:docMk/>
            <pc:sldMk cId="3237422592" sldId="295"/>
            <ac:spMk id="59" creationId="{7FF807AC-F77A-201C-0BF5-D423EEB63785}"/>
          </ac:spMkLst>
        </pc:spChg>
        <pc:spChg chg="add mod">
          <ac:chgData name="Dragan Javorac" userId="913c2858-fb97-4c6e-a42c-b1f1a16b225e" providerId="ADAL" clId="{06B55334-52AF-443A-B0D9-A91C7D9934B2}" dt="2023-09-28T12:15:08.225" v="288" actId="1076"/>
          <ac:spMkLst>
            <pc:docMk/>
            <pc:sldMk cId="3237422592" sldId="295"/>
            <ac:spMk id="62" creationId="{3FD9786B-DF04-8341-C422-4B1B78C77ECD}"/>
          </ac:spMkLst>
        </pc:spChg>
        <pc:spChg chg="add mod">
          <ac:chgData name="Dragan Javorac" userId="913c2858-fb97-4c6e-a42c-b1f1a16b225e" providerId="ADAL" clId="{06B55334-52AF-443A-B0D9-A91C7D9934B2}" dt="2023-09-28T12:14:56.455" v="285" actId="1076"/>
          <ac:spMkLst>
            <pc:docMk/>
            <pc:sldMk cId="3237422592" sldId="295"/>
            <ac:spMk id="69" creationId="{BC314DAC-61A5-63E7-C464-C99F983AD227}"/>
          </ac:spMkLst>
        </pc:spChg>
        <pc:spChg chg="add mod">
          <ac:chgData name="Dragan Javorac" userId="913c2858-fb97-4c6e-a42c-b1f1a16b225e" providerId="ADAL" clId="{06B55334-52AF-443A-B0D9-A91C7D9934B2}" dt="2023-09-28T12:14:54.463" v="284" actId="1076"/>
          <ac:spMkLst>
            <pc:docMk/>
            <pc:sldMk cId="3237422592" sldId="295"/>
            <ac:spMk id="70" creationId="{833F677B-A212-C4E9-5A80-63D002E888B8}"/>
          </ac:spMkLst>
        </pc:spChg>
        <pc:spChg chg="add mod">
          <ac:chgData name="Dragan Javorac" userId="913c2858-fb97-4c6e-a42c-b1f1a16b225e" providerId="ADAL" clId="{06B55334-52AF-443A-B0D9-A91C7D9934B2}" dt="2023-09-28T12:15:26.534" v="326" actId="14100"/>
          <ac:spMkLst>
            <pc:docMk/>
            <pc:sldMk cId="3237422592" sldId="295"/>
            <ac:spMk id="93" creationId="{B80C8716-EF8F-815E-9350-0F74EA9E3782}"/>
          </ac:spMkLst>
        </pc:spChg>
        <pc:picChg chg="del">
          <ac:chgData name="Dragan Javorac" userId="913c2858-fb97-4c6e-a42c-b1f1a16b225e" providerId="ADAL" clId="{06B55334-52AF-443A-B0D9-A91C7D9934B2}" dt="2023-09-28T12:08:22.980" v="104" actId="478"/>
          <ac:picMkLst>
            <pc:docMk/>
            <pc:sldMk cId="3237422592" sldId="295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08:48.763" v="116" actId="478"/>
          <ac:picMkLst>
            <pc:docMk/>
            <pc:sldMk cId="3237422592" sldId="295"/>
            <ac:picMk id="6" creationId="{83DA91BA-FD55-7383-5885-D3D94F20386A}"/>
          </ac:picMkLst>
        </pc:picChg>
        <pc:picChg chg="del">
          <ac:chgData name="Dragan Javorac" userId="913c2858-fb97-4c6e-a42c-b1f1a16b225e" providerId="ADAL" clId="{06B55334-52AF-443A-B0D9-A91C7D9934B2}" dt="2023-09-28T12:08:23.463" v="105" actId="478"/>
          <ac:picMkLst>
            <pc:docMk/>
            <pc:sldMk cId="3237422592" sldId="295"/>
            <ac:picMk id="7" creationId="{CF9336B4-887C-950D-D687-7F681B994712}"/>
          </ac:picMkLst>
        </pc:picChg>
        <pc:picChg chg="add mod">
          <ac:chgData name="Dragan Javorac" userId="913c2858-fb97-4c6e-a42c-b1f1a16b225e" providerId="ADAL" clId="{06B55334-52AF-443A-B0D9-A91C7D9934B2}" dt="2023-09-28T12:14:51.889" v="283" actId="1076"/>
          <ac:picMkLst>
            <pc:docMk/>
            <pc:sldMk cId="3237422592" sldId="295"/>
            <ac:picMk id="9" creationId="{9D9AF8C2-EC53-3458-298F-16CF0B364A2B}"/>
          </ac:picMkLst>
        </pc:picChg>
        <pc:picChg chg="add mod">
          <ac:chgData name="Dragan Javorac" userId="913c2858-fb97-4c6e-a42c-b1f1a16b225e" providerId="ADAL" clId="{06B55334-52AF-443A-B0D9-A91C7D9934B2}" dt="2023-09-28T12:12:45.825" v="241" actId="1076"/>
          <ac:picMkLst>
            <pc:docMk/>
            <pc:sldMk cId="3237422592" sldId="295"/>
            <ac:picMk id="11" creationId="{6659889F-BF3C-225A-6C9A-B38BB4163A3D}"/>
          </ac:picMkLst>
        </pc:picChg>
        <pc:picChg chg="add mod">
          <ac:chgData name="Dragan Javorac" userId="913c2858-fb97-4c6e-a42c-b1f1a16b225e" providerId="ADAL" clId="{06B55334-52AF-443A-B0D9-A91C7D9934B2}" dt="2023-09-28T12:14:36.855" v="276" actId="1076"/>
          <ac:picMkLst>
            <pc:docMk/>
            <pc:sldMk cId="3237422592" sldId="295"/>
            <ac:picMk id="13" creationId="{42792020-D4CE-AD52-E7DC-28A4759F0B7B}"/>
          </ac:picMkLst>
        </pc:pic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17" creationId="{0D989A68-B6C8-653F-E77C-87423D9D3568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18" creationId="{E34E1C48-B667-2503-2F4A-813DB7D061FA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22" creationId="{A18731FB-F456-5DF9-9A6C-92114587F7A9}"/>
          </ac:cxnSpMkLst>
        </pc:cxnChg>
        <pc:cxnChg chg="add mod">
          <ac:chgData name="Dragan Javorac" userId="913c2858-fb97-4c6e-a42c-b1f1a16b225e" providerId="ADAL" clId="{06B55334-52AF-443A-B0D9-A91C7D9934B2}" dt="2023-09-28T12:15:05.460" v="287" actId="14100"/>
          <ac:cxnSpMkLst>
            <pc:docMk/>
            <pc:sldMk cId="3237422592" sldId="295"/>
            <ac:cxnSpMk id="26" creationId="{E4FCB839-C526-761F-8312-6952F063ABDB}"/>
          </ac:cxnSpMkLst>
        </pc:cxnChg>
        <pc:cxnChg chg="add mod">
          <ac:chgData name="Dragan Javorac" userId="913c2858-fb97-4c6e-a42c-b1f1a16b225e" providerId="ADAL" clId="{06B55334-52AF-443A-B0D9-A91C7D9934B2}" dt="2023-09-28T12:14:36.855" v="276" actId="1076"/>
          <ac:cxnSpMkLst>
            <pc:docMk/>
            <pc:sldMk cId="3237422592" sldId="295"/>
            <ac:cxnSpMk id="32" creationId="{48C88994-8E73-E27E-41B2-9FE48879CF08}"/>
          </ac:cxnSpMkLst>
        </pc:cxn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44" creationId="{CE4B8EA7-F9B8-5DAB-0701-A274AF51DC1C}"/>
          </ac:cxnSpMkLst>
        </pc:cxnChg>
      </pc:sldChg>
      <pc:sldChg chg="addSp delSp modSp add mod ord">
        <pc:chgData name="Dragan Javorac" userId="913c2858-fb97-4c6e-a42c-b1f1a16b225e" providerId="ADAL" clId="{06B55334-52AF-443A-B0D9-A91C7D9934B2}" dt="2023-09-28T13:00:53.306" v="672" actId="14100"/>
        <pc:sldMkLst>
          <pc:docMk/>
          <pc:sldMk cId="2542305982" sldId="296"/>
        </pc:sldMkLst>
        <pc:spChg chg="mod">
          <ac:chgData name="Dragan Javorac" userId="913c2858-fb97-4c6e-a42c-b1f1a16b225e" providerId="ADAL" clId="{06B55334-52AF-443A-B0D9-A91C7D9934B2}" dt="2023-09-28T13:00:53.306" v="672" actId="14100"/>
          <ac:spMkLst>
            <pc:docMk/>
            <pc:sldMk cId="2542305982" sldId="296"/>
            <ac:spMk id="3" creationId="{73F8797C-A226-7836-7AC1-7E1ADAA37B9C}"/>
          </ac:spMkLst>
        </pc:spChg>
        <pc:picChg chg="del">
          <ac:chgData name="Dragan Javorac" userId="913c2858-fb97-4c6e-a42c-b1f1a16b225e" providerId="ADAL" clId="{06B55334-52AF-443A-B0D9-A91C7D9934B2}" dt="2023-09-28T12:53:27.874" v="333" actId="478"/>
          <ac:picMkLst>
            <pc:docMk/>
            <pc:sldMk cId="2542305982" sldId="296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54:22.086" v="345" actId="478"/>
          <ac:picMkLst>
            <pc:docMk/>
            <pc:sldMk cId="2542305982" sldId="296"/>
            <ac:picMk id="6" creationId="{B29660A9-CC34-844A-E413-A32FB7509023}"/>
          </ac:picMkLst>
        </pc:picChg>
        <pc:picChg chg="del">
          <ac:chgData name="Dragan Javorac" userId="913c2858-fb97-4c6e-a42c-b1f1a16b225e" providerId="ADAL" clId="{06B55334-52AF-443A-B0D9-A91C7D9934B2}" dt="2023-09-28T12:53:28.395" v="334" actId="478"/>
          <ac:picMkLst>
            <pc:docMk/>
            <pc:sldMk cId="2542305982" sldId="296"/>
            <ac:picMk id="7" creationId="{CF9336B4-887C-950D-D687-7F681B994712}"/>
          </ac:picMkLst>
        </pc:picChg>
        <pc:picChg chg="add del mod">
          <ac:chgData name="Dragan Javorac" userId="913c2858-fb97-4c6e-a42c-b1f1a16b225e" providerId="ADAL" clId="{06B55334-52AF-443A-B0D9-A91C7D9934B2}" dt="2023-09-28T12:57:00.322" v="513" actId="478"/>
          <ac:picMkLst>
            <pc:docMk/>
            <pc:sldMk cId="2542305982" sldId="296"/>
            <ac:picMk id="9" creationId="{0009D437-444F-D680-FD22-683DA05440C3}"/>
          </ac:picMkLst>
        </pc:picChg>
        <pc:picChg chg="add mod">
          <ac:chgData name="Dragan Javorac" userId="913c2858-fb97-4c6e-a42c-b1f1a16b225e" providerId="ADAL" clId="{06B55334-52AF-443A-B0D9-A91C7D9934B2}" dt="2023-09-28T12:57:03.660" v="517" actId="1076"/>
          <ac:picMkLst>
            <pc:docMk/>
            <pc:sldMk cId="2542305982" sldId="296"/>
            <ac:picMk id="11" creationId="{70AC3C8A-0338-29E5-69E8-3D8A93369724}"/>
          </ac:picMkLst>
        </pc:picChg>
      </pc:sldChg>
      <pc:sldChg chg="add del">
        <pc:chgData name="Dragan Javorac" userId="913c2858-fb97-4c6e-a42c-b1f1a16b225e" providerId="ADAL" clId="{06B55334-52AF-443A-B0D9-A91C7D9934B2}" dt="2023-09-28T12:38:40.546" v="328" actId="47"/>
        <pc:sldMkLst>
          <pc:docMk/>
          <pc:sldMk cId="3718852481" sldId="296"/>
        </pc:sldMkLst>
      </pc:sldChg>
      <pc:sldChg chg="modSp add mod">
        <pc:chgData name="Dragan Javorac" userId="913c2858-fb97-4c6e-a42c-b1f1a16b225e" providerId="ADAL" clId="{06B55334-52AF-443A-B0D9-A91C7D9934B2}" dt="2023-09-28T13:00:49.166" v="671" actId="14100"/>
        <pc:sldMkLst>
          <pc:docMk/>
          <pc:sldMk cId="4140789780" sldId="297"/>
        </pc:sldMkLst>
        <pc:spChg chg="mod">
          <ac:chgData name="Dragan Javorac" userId="913c2858-fb97-4c6e-a42c-b1f1a16b225e" providerId="ADAL" clId="{06B55334-52AF-443A-B0D9-A91C7D9934B2}" dt="2023-09-28T12:57:14.320" v="538" actId="20577"/>
          <ac:spMkLst>
            <pc:docMk/>
            <pc:sldMk cId="4140789780" sldId="297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9.166" v="671" actId="14100"/>
          <ac:spMkLst>
            <pc:docMk/>
            <pc:sldMk cId="4140789780" sldId="297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06B55334-52AF-443A-B0D9-A91C7D9934B2}" dt="2023-09-28T13:00:45.242" v="670" actId="14100"/>
        <pc:sldMkLst>
          <pc:docMk/>
          <pc:sldMk cId="891455290" sldId="298"/>
        </pc:sldMkLst>
        <pc:spChg chg="mod">
          <ac:chgData name="Dragan Javorac" userId="913c2858-fb97-4c6e-a42c-b1f1a16b225e" providerId="ADAL" clId="{06B55334-52AF-443A-B0D9-A91C7D9934B2}" dt="2023-09-28T12:57:46.768" v="639" actId="20577"/>
          <ac:spMkLst>
            <pc:docMk/>
            <pc:sldMk cId="891455290" sldId="298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5.242" v="670" actId="14100"/>
          <ac:spMkLst>
            <pc:docMk/>
            <pc:sldMk cId="891455290" sldId="298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3:00:34.401" v="642" actId="1076"/>
          <ac:picMkLst>
            <pc:docMk/>
            <pc:sldMk cId="891455290" sldId="298"/>
            <ac:picMk id="5" creationId="{2207BFAA-F22E-35A5-FB4A-F76E2B74AED9}"/>
          </ac:picMkLst>
        </pc:picChg>
        <pc:picChg chg="del">
          <ac:chgData name="Dragan Javorac" userId="913c2858-fb97-4c6e-a42c-b1f1a16b225e" providerId="ADAL" clId="{06B55334-52AF-443A-B0D9-A91C7D9934B2}" dt="2023-09-28T13:00:31.730" v="640" actId="478"/>
          <ac:picMkLst>
            <pc:docMk/>
            <pc:sldMk cId="891455290" sldId="298"/>
            <ac:picMk id="9" creationId="{0009D437-444F-D680-FD22-683DA05440C3}"/>
          </ac:picMkLst>
        </pc:picChg>
      </pc:sldChg>
    </pc:docChg>
  </pc:docChgLst>
  <pc:docChgLst>
    <pc:chgData name="Dragan Javorac" userId="913c2858-fb97-4c6e-a42c-b1f1a16b225e" providerId="ADAL" clId="{F20641AF-CFBE-4272-B134-B58D40863906}"/>
    <pc:docChg chg="custSel addSld delSld modSld">
      <pc:chgData name="Dragan Javorac" userId="913c2858-fb97-4c6e-a42c-b1f1a16b225e" providerId="ADAL" clId="{F20641AF-CFBE-4272-B134-B58D40863906}" dt="2023-09-28T06:38:28.140" v="411" actId="20577"/>
      <pc:docMkLst>
        <pc:docMk/>
      </pc:docMkLst>
      <pc:sldChg chg="modSp mod">
        <pc:chgData name="Dragan Javorac" userId="913c2858-fb97-4c6e-a42c-b1f1a16b225e" providerId="ADAL" clId="{F20641AF-CFBE-4272-B134-B58D40863906}" dt="2023-09-26T07:01:20.653" v="32" actId="167"/>
        <pc:sldMkLst>
          <pc:docMk/>
          <pc:sldMk cId="3811378203" sldId="256"/>
        </pc:sldMkLst>
        <pc:spChg chg="mod">
          <ac:chgData name="Dragan Javorac" userId="913c2858-fb97-4c6e-a42c-b1f1a16b225e" providerId="ADAL" clId="{F20641AF-CFBE-4272-B134-B58D40863906}" dt="2023-09-26T07:01:17.880" v="31" actId="27636"/>
          <ac:spMkLst>
            <pc:docMk/>
            <pc:sldMk cId="3811378203" sldId="256"/>
            <ac:spMk id="3" creationId="{414EDD6F-592F-340B-435C-61829CBE0859}"/>
          </ac:spMkLst>
        </pc:spChg>
        <pc:picChg chg="ord">
          <ac:chgData name="Dragan Javorac" userId="913c2858-fb97-4c6e-a42c-b1f1a16b225e" providerId="ADAL" clId="{F20641AF-CFBE-4272-B134-B58D40863906}" dt="2023-09-26T07:01:20.653" v="32" actId="167"/>
          <ac:picMkLst>
            <pc:docMk/>
            <pc:sldMk cId="3811378203" sldId="256"/>
            <ac:picMk id="9" creationId="{099B8BA3-F095-3E24-5523-552CBD5DE975}"/>
          </ac:picMkLst>
        </pc:picChg>
      </pc:sldChg>
      <pc:sldChg chg="addSp delSp modSp mod">
        <pc:chgData name="Dragan Javorac" userId="913c2858-fb97-4c6e-a42c-b1f1a16b225e" providerId="ADAL" clId="{F20641AF-CFBE-4272-B134-B58D40863906}" dt="2023-09-26T07:34:49.531" v="379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F20641AF-CFBE-4272-B134-B58D40863906}" dt="2023-09-26T07:34:07.239" v="253" actId="6549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F20641AF-CFBE-4272-B134-B58D40863906}" dt="2023-09-26T07:34:49.531" v="379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F20641AF-CFBE-4272-B134-B58D40863906}" dt="2023-09-26T07:02:05.487" v="82" actId="478"/>
          <ac:spMkLst>
            <pc:docMk/>
            <pc:sldMk cId="3451708679" sldId="281"/>
            <ac:spMk id="8" creationId="{2C2CCBA2-3762-71A6-EA77-6CB09BBAA70D}"/>
          </ac:spMkLst>
        </pc:spChg>
        <pc:spChg chg="del">
          <ac:chgData name="Dragan Javorac" userId="913c2858-fb97-4c6e-a42c-b1f1a16b225e" providerId="ADAL" clId="{F20641AF-CFBE-4272-B134-B58D40863906}" dt="2023-09-26T07:02:06.022" v="83" actId="478"/>
          <ac:spMkLst>
            <pc:docMk/>
            <pc:sldMk cId="3451708679" sldId="281"/>
            <ac:spMk id="9" creationId="{DE8FA202-46E6-04E5-14D7-ACB9330C1A23}"/>
          </ac:spMkLst>
        </pc:spChg>
        <pc:picChg chg="add mod">
          <ac:chgData name="Dragan Javorac" userId="913c2858-fb97-4c6e-a42c-b1f1a16b225e" providerId="ADAL" clId="{F20641AF-CFBE-4272-B134-B58D40863906}" dt="2023-09-26T07:34:01.601" v="249" actId="1076"/>
          <ac:picMkLst>
            <pc:docMk/>
            <pc:sldMk cId="3451708679" sldId="281"/>
            <ac:picMk id="5" creationId="{5AF95DB1-04DD-2303-D694-874301A362D9}"/>
          </ac:picMkLst>
        </pc:picChg>
        <pc:picChg chg="del">
          <ac:chgData name="Dragan Javorac" userId="913c2858-fb97-4c6e-a42c-b1f1a16b225e" providerId="ADAL" clId="{F20641AF-CFBE-4272-B134-B58D40863906}" dt="2023-09-26T07:02:04.936" v="81" actId="478"/>
          <ac:picMkLst>
            <pc:docMk/>
            <pc:sldMk cId="3451708679" sldId="281"/>
            <ac:picMk id="7" creationId="{A8D48A20-26A4-B84B-A179-216E20590946}"/>
          </ac:picMkLst>
        </pc:picChg>
        <pc:picChg chg="add mod">
          <ac:chgData name="Dragan Javorac" userId="913c2858-fb97-4c6e-a42c-b1f1a16b225e" providerId="ADAL" clId="{F20641AF-CFBE-4272-B134-B58D40863906}" dt="2023-09-26T07:33:06.862" v="101" actId="1076"/>
          <ac:picMkLst>
            <pc:docMk/>
            <pc:sldMk cId="3451708679" sldId="281"/>
            <ac:picMk id="7" creationId="{CE3C6200-2997-1D6D-DDDB-9019E044A21B}"/>
          </ac:picMkLst>
        </pc:pic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520737929" sldId="282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22632929" sldId="283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533409294" sldId="28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773657184" sldId="285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86902067" sldId="286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13942279" sldId="287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012868093" sldId="288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032720552" sldId="289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212858245" sldId="290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183247633" sldId="29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885579670" sldId="292"/>
        </pc:sldMkLst>
      </pc:sldChg>
      <pc:sldChg chg="addSp delSp modSp mod">
        <pc:chgData name="Dragan Javorac" userId="913c2858-fb97-4c6e-a42c-b1f1a16b225e" providerId="ADAL" clId="{F20641AF-CFBE-4272-B134-B58D40863906}" dt="2023-09-26T07:01:50.894" v="50" actId="20577"/>
        <pc:sldMkLst>
          <pc:docMk/>
          <pc:sldMk cId="3209220919" sldId="293"/>
        </pc:sldMkLst>
        <pc:spChg chg="mod">
          <ac:chgData name="Dragan Javorac" userId="913c2858-fb97-4c6e-a42c-b1f1a16b225e" providerId="ADAL" clId="{F20641AF-CFBE-4272-B134-B58D40863906}" dt="2023-09-26T07:01:50.894" v="50" actId="20577"/>
          <ac:spMkLst>
            <pc:docMk/>
            <pc:sldMk cId="3209220919" sldId="293"/>
            <ac:spMk id="3" creationId="{73F8797C-A226-7836-7AC1-7E1ADAA37B9C}"/>
          </ac:spMkLst>
        </pc:spChg>
        <pc:picChg chg="del">
          <ac:chgData name="Dragan Javorac" userId="913c2858-fb97-4c6e-a42c-b1f1a16b225e" providerId="ADAL" clId="{F20641AF-CFBE-4272-B134-B58D40863906}" dt="2023-09-26T07:01:40.473" v="34" actId="478"/>
          <ac:picMkLst>
            <pc:docMk/>
            <pc:sldMk cId="3209220919" sldId="293"/>
            <ac:picMk id="5" creationId="{2E56C4DA-FED2-AC13-3D1E-954BE4DF1D89}"/>
          </ac:picMkLst>
        </pc:picChg>
        <pc:picChg chg="add mod">
          <ac:chgData name="Dragan Javorac" userId="913c2858-fb97-4c6e-a42c-b1f1a16b225e" providerId="ADAL" clId="{F20641AF-CFBE-4272-B134-B58D40863906}" dt="2023-09-26T07:01:43.786" v="38" actId="1076"/>
          <ac:picMkLst>
            <pc:docMk/>
            <pc:sldMk cId="3209220919" sldId="293"/>
            <ac:picMk id="6" creationId="{DFF60CAA-524A-CB00-715B-D78064C39113}"/>
          </ac:picMkLst>
        </pc:picChg>
      </pc:sldChg>
      <pc:sldChg chg="modSp add mod">
        <pc:chgData name="Dragan Javorac" userId="913c2858-fb97-4c6e-a42c-b1f1a16b225e" providerId="ADAL" clId="{F20641AF-CFBE-4272-B134-B58D40863906}" dt="2023-09-28T06:38:28.140" v="411" actId="20577"/>
        <pc:sldMkLst>
          <pc:docMk/>
          <pc:sldMk cId="853319877" sldId="294"/>
        </pc:sldMkLst>
        <pc:spChg chg="mod">
          <ac:chgData name="Dragan Javorac" userId="913c2858-fb97-4c6e-a42c-b1f1a16b225e" providerId="ADAL" clId="{F20641AF-CFBE-4272-B134-B58D40863906}" dt="2023-09-28T06:38:28.140" v="411" actId="20577"/>
          <ac:spMkLst>
            <pc:docMk/>
            <pc:sldMk cId="853319877" sldId="29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E6B48A1C-DB41-448D-9114-EF6A189967AD}"/>
    <pc:docChg chg="delSld">
      <pc:chgData name="Dragan Javorac" userId="913c2858-fb97-4c6e-a42c-b1f1a16b225e" providerId="ADAL" clId="{E6B48A1C-DB41-448D-9114-EF6A189967AD}" dt="2023-10-05T06:57:01.107" v="1" actId="47"/>
      <pc:docMkLst>
        <pc:docMk/>
      </pc:docMkLst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E6B48A1C-DB41-448D-9114-EF6A189967AD}" dt="2023-10-05T06:57:01.107" v="1" actId="47"/>
        <pc:sldMkLst>
          <pc:docMk/>
          <pc:sldMk cId="3209220919" sldId="293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853319877" sldId="294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3237422592" sldId="295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2542305982" sldId="296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4140789780" sldId="297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891455290" sldId="298"/>
        </pc:sldMkLst>
      </pc:sldChg>
    </pc:docChg>
  </pc:docChgLst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  <pc:spChg chg="mod">
          <ac:chgData name="Dragan Javorac" userId="913c2858-fb97-4c6e-a42c-b1f1a16b225e" providerId="ADAL" clId="{33466E15-08FC-466B-8230-EFF3A5FC0BB4}" dt="2023-09-07T07:49:50.925" v="5" actId="5793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  <pc:spChg chg="mod">
          <ac:chgData name="Dragan Javorac" userId="913c2858-fb97-4c6e-a42c-b1f1a16b225e" providerId="ADAL" clId="{33466E15-08FC-466B-8230-EFF3A5FC0BB4}" dt="2023-09-07T07:50:52.803" v="195" actId="20577"/>
          <ac:spMkLst>
            <pc:docMk/>
            <pc:sldMk cId="1670845898" sldId="259"/>
            <ac:spMk id="2" creationId="{59249F84-7683-7A1C-A158-E9E5BD087E59}"/>
          </ac:spMkLst>
        </pc:spChg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  <pc:spChg chg="mod">
          <ac:chgData name="Dragan Javorac" userId="913c2858-fb97-4c6e-a42c-b1f1a16b225e" providerId="ADAL" clId="{33466E15-08FC-466B-8230-EFF3A5FC0BB4}" dt="2023-09-07T07:50:04.587" v="40" actId="20577"/>
          <ac:spMkLst>
            <pc:docMk/>
            <pc:sldMk cId="2279458216" sldId="274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0:27.616" v="144" actId="20577"/>
          <ac:spMkLst>
            <pc:docMk/>
            <pc:sldMk cId="2279458216" sldId="27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  <pc:spChg chg="mod">
          <ac:chgData name="Dragan Javorac" userId="913c2858-fb97-4c6e-a42c-b1f1a16b225e" providerId="ADAL" clId="{33466E15-08FC-466B-8230-EFF3A5FC0BB4}" dt="2023-09-07T07:51:31.735" v="221" actId="20577"/>
          <ac:spMkLst>
            <pc:docMk/>
            <pc:sldMk cId="21291384" sldId="276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1:42.975" v="263" actId="20577"/>
          <ac:spMkLst>
            <pc:docMk/>
            <pc:sldMk cId="21291384" sldId="276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1:59.765" v="267" actId="14100"/>
          <ac:spMkLst>
            <pc:docMk/>
            <pc:sldMk cId="21291384" sldId="276"/>
            <ac:spMk id="6" creationId="{FFBE3694-C26D-D75D-9490-63BF5ADABEF4}"/>
          </ac:spMkLst>
        </pc:spChg>
        <pc:picChg chg="add mod">
          <ac:chgData name="Dragan Javorac" userId="913c2858-fb97-4c6e-a42c-b1f1a16b225e" providerId="ADAL" clId="{33466E15-08FC-466B-8230-EFF3A5FC0BB4}" dt="2023-09-07T07:51:45.095" v="264" actId="1076"/>
          <ac:picMkLst>
            <pc:docMk/>
            <pc:sldMk cId="21291384" sldId="276"/>
            <ac:picMk id="5" creationId="{97E562C3-BB72-4528-1F61-6B8C6D3F769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  <pc:spChg chg="mod">
          <ac:chgData name="Dragan Javorac" userId="913c2858-fb97-4c6e-a42c-b1f1a16b225e" providerId="ADAL" clId="{33466E15-08FC-466B-8230-EFF3A5FC0BB4}" dt="2023-09-07T07:52:49.594" v="374" actId="20577"/>
          <ac:spMkLst>
            <pc:docMk/>
            <pc:sldMk cId="1375162483" sldId="277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7:52:18.845" v="272" actId="478"/>
          <ac:spMkLst>
            <pc:docMk/>
            <pc:sldMk cId="1375162483" sldId="277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7:52:16.624" v="270" actId="478"/>
          <ac:picMkLst>
            <pc:docMk/>
            <pc:sldMk cId="1375162483" sldId="277"/>
            <ac:picMk id="5" creationId="{97E562C3-BB72-4528-1F61-6B8C6D3F7693}"/>
          </ac:picMkLst>
        </pc:picChg>
        <pc:picChg chg="add mod">
          <ac:chgData name="Dragan Javorac" userId="913c2858-fb97-4c6e-a42c-b1f1a16b225e" providerId="ADAL" clId="{33466E15-08FC-466B-8230-EFF3A5FC0BB4}" dt="2023-09-07T07:52:52.564" v="376" actId="1076"/>
          <ac:picMkLst>
            <pc:docMk/>
            <pc:sldMk cId="1375162483" sldId="277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  <pc:picChg chg="add mod">
          <ac:chgData name="Dragan Javorac" userId="913c2858-fb97-4c6e-a42c-b1f1a16b225e" providerId="ADAL" clId="{33466E15-08FC-466B-8230-EFF3A5FC0BB4}" dt="2023-09-07T07:55:19.012" v="404" actId="1076"/>
          <ac:picMkLst>
            <pc:docMk/>
            <pc:sldMk cId="2613013851" sldId="278"/>
            <ac:picMk id="5" creationId="{1B823E0D-8269-C2CC-97EA-11DA4183A5F5}"/>
          </ac:picMkLst>
        </pc:picChg>
        <pc:picChg chg="del mod">
          <ac:chgData name="Dragan Javorac" userId="913c2858-fb97-4c6e-a42c-b1f1a16b225e" providerId="ADAL" clId="{33466E15-08FC-466B-8230-EFF3A5FC0BB4}" dt="2023-09-07T07:55:15.962" v="401" actId="478"/>
          <ac:picMkLst>
            <pc:docMk/>
            <pc:sldMk cId="2613013851" sldId="278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  <pc:spChg chg="mod">
          <ac:chgData name="Dragan Javorac" userId="913c2858-fb97-4c6e-a42c-b1f1a16b225e" providerId="ADAL" clId="{33466E15-08FC-466B-8230-EFF3A5FC0BB4}" dt="2023-09-07T07:53:36.024" v="389" actId="20577"/>
          <ac:spMkLst>
            <pc:docMk/>
            <pc:sldMk cId="1160278698" sldId="279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3:41.208" v="390" actId="20577"/>
          <ac:spMkLst>
            <pc:docMk/>
            <pc:sldMk cId="1160278698" sldId="279"/>
            <ac:spMk id="3" creationId="{73F8797C-A226-7836-7AC1-7E1ADAA37B9C}"/>
          </ac:spMkLst>
        </pc:spChg>
        <pc:picChg chg="add mod">
          <ac:chgData name="Dragan Javorac" userId="913c2858-fb97-4c6e-a42c-b1f1a16b225e" providerId="ADAL" clId="{33466E15-08FC-466B-8230-EFF3A5FC0BB4}" dt="2023-09-07T07:53:42.933" v="391" actId="1076"/>
          <ac:picMkLst>
            <pc:docMk/>
            <pc:sldMk cId="1160278698" sldId="279"/>
            <ac:picMk id="5" creationId="{8B6131EC-5CCB-42AA-7579-B633F60FD7EF}"/>
          </ac:picMkLst>
        </pc:picChg>
        <pc:picChg chg="del">
          <ac:chgData name="Dragan Javorac" userId="913c2858-fb97-4c6e-a42c-b1f1a16b225e" providerId="ADAL" clId="{33466E15-08FC-466B-8230-EFF3A5FC0BB4}" dt="2023-09-07T07:53:29.323" v="379" actId="478"/>
          <ac:picMkLst>
            <pc:docMk/>
            <pc:sldMk cId="1160278698" sldId="279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  <pc:spChg chg="mod">
          <ac:chgData name="Dragan Javorac" userId="913c2858-fb97-4c6e-a42c-b1f1a16b225e" providerId="ADAL" clId="{33466E15-08FC-466B-8230-EFF3A5FC0BB4}" dt="2023-09-07T07:55:28.372" v="420" actId="20577"/>
          <ac:spMkLst>
            <pc:docMk/>
            <pc:sldMk cId="2970924722" sldId="280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6:18.411" v="557" actId="20577"/>
          <ac:spMkLst>
            <pc:docMk/>
            <pc:sldMk cId="2970924722" sldId="280"/>
            <ac:spMk id="3" creationId="{73F8797C-A226-7836-7AC1-7E1ADAA37B9C}"/>
          </ac:spMkLst>
        </pc:spChg>
        <pc:picChg chg="del">
          <ac:chgData name="Dragan Javorac" userId="913c2858-fb97-4c6e-a42c-b1f1a16b225e" providerId="ADAL" clId="{33466E15-08FC-466B-8230-EFF3A5FC0BB4}" dt="2023-09-07T07:54:06.143" v="394" actId="478"/>
          <ac:picMkLst>
            <pc:docMk/>
            <pc:sldMk cId="2970924722" sldId="280"/>
            <ac:picMk id="5" creationId="{8B6131EC-5CCB-42AA-7579-B633F60FD7EF}"/>
          </ac:picMkLst>
        </pc:picChg>
        <pc:picChg chg="add del">
          <ac:chgData name="Dragan Javorac" userId="913c2858-fb97-4c6e-a42c-b1f1a16b225e" providerId="ADAL" clId="{33466E15-08FC-466B-8230-EFF3A5FC0BB4}" dt="2023-09-07T07:54:45.813" v="395" actId="478"/>
          <ac:picMkLst>
            <pc:docMk/>
            <pc:sldMk cId="2970924722" sldId="280"/>
            <ac:picMk id="6" creationId="{D0901801-B727-1D02-CE09-2943B5AEC14D}"/>
          </ac:picMkLst>
        </pc:picChg>
        <pc:picChg chg="add mod">
          <ac:chgData name="Dragan Javorac" userId="913c2858-fb97-4c6e-a42c-b1f1a16b225e" providerId="ADAL" clId="{33466E15-08FC-466B-8230-EFF3A5FC0BB4}" dt="2023-09-07T07:56:22.971" v="559" actId="1076"/>
          <ac:picMkLst>
            <pc:docMk/>
            <pc:sldMk cId="2970924722" sldId="280"/>
            <ac:picMk id="8" creationId="{A46B0516-F557-F0CB-A029-DE6C477C0BB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  <pc:spChg chg="mod">
          <ac:chgData name="Dragan Javorac" userId="913c2858-fb97-4c6e-a42c-b1f1a16b225e" providerId="ADAL" clId="{33466E15-08FC-466B-8230-EFF3A5FC0BB4}" dt="2023-09-07T07:55:54.763" v="45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7:36.700" v="696" actId="20577"/>
          <ac:spMkLst>
            <pc:docMk/>
            <pc:sldMk cId="3451708679" sldId="281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7:49.560" v="700" actId="1076"/>
          <ac:spMkLst>
            <pc:docMk/>
            <pc:sldMk cId="3451708679" sldId="281"/>
            <ac:spMk id="6" creationId="{E6D59341-7BA6-C914-7E7A-D4EED6FA4F90}"/>
          </ac:spMkLst>
        </pc:spChg>
        <pc:picChg chg="add mod">
          <ac:chgData name="Dragan Javorac" userId="913c2858-fb97-4c6e-a42c-b1f1a16b225e" providerId="ADAL" clId="{33466E15-08FC-466B-8230-EFF3A5FC0BB4}" dt="2023-09-07T07:57:42.850" v="698" actId="1076"/>
          <ac:picMkLst>
            <pc:docMk/>
            <pc:sldMk cId="3451708679" sldId="281"/>
            <ac:picMk id="5" creationId="{637BE710-EA6B-9BBD-102C-B0705B3354BE}"/>
          </ac:picMkLst>
        </pc:picChg>
        <pc:picChg chg="del mod">
          <ac:chgData name="Dragan Javorac" userId="913c2858-fb97-4c6e-a42c-b1f1a16b225e" providerId="ADAL" clId="{33466E15-08FC-466B-8230-EFF3A5FC0BB4}" dt="2023-09-07T07:56:56.951" v="561" actId="478"/>
          <ac:picMkLst>
            <pc:docMk/>
            <pc:sldMk cId="3451708679" sldId="281"/>
            <ac:picMk id="8" creationId="{A46B0516-F557-F0CB-A029-DE6C477C0BB3}"/>
          </ac:picMkLst>
        </pc:picChg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  <pc:spChg chg="mod">
          <ac:chgData name="Dragan Javorac" userId="913c2858-fb97-4c6e-a42c-b1f1a16b225e" providerId="ADAL" clId="{33466E15-08FC-466B-8230-EFF3A5FC0BB4}" dt="2023-09-07T08:00:18.788" v="707" actId="20577"/>
          <ac:spMkLst>
            <pc:docMk/>
            <pc:sldMk cId="763588422" sldId="282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8:00:51.477" v="832" actId="20577"/>
          <ac:spMkLst>
            <pc:docMk/>
            <pc:sldMk cId="763588422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8:00:22.017" v="709" actId="478"/>
          <ac:spMkLst>
            <pc:docMk/>
            <pc:sldMk cId="763588422" sldId="282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8:00:21.637" v="708" actId="478"/>
          <ac:picMkLst>
            <pc:docMk/>
            <pc:sldMk cId="763588422" sldId="282"/>
            <ac:picMk id="5" creationId="{97E562C3-BB72-4528-1F61-6B8C6D3F7693}"/>
          </ac:picMkLst>
        </pc:picChg>
      </pc:sldChg>
    </pc:docChg>
  </pc:docChgLst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C3D385BC-1153-40C2-8233-CD4EC7C1BF76}" dt="2023-09-07T08:45:23.884" v="1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C3D385BC-1153-40C2-8233-CD4EC7C1BF76}" dt="2023-09-07T08:46:19.139" v="3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46:57.409" v="102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5:33.217" v="16" actId="478"/>
          <ac:spMkLst>
            <pc:docMk/>
            <pc:sldMk cId="3451708679" sldId="281"/>
            <ac:spMk id="6" creationId="{E6D59341-7BA6-C914-7E7A-D4EED6FA4F90}"/>
          </ac:spMkLst>
        </pc:spChg>
        <pc:spChg chg="add">
          <ac:chgData name="Dragan Javorac" userId="913c2858-fb97-4c6e-a42c-b1f1a16b225e" providerId="ADAL" clId="{C3D385BC-1153-40C2-8233-CD4EC7C1BF76}" dt="2023-09-07T08:46:41.587" v="76" actId="11529"/>
          <ac:spMkLst>
            <pc:docMk/>
            <pc:sldMk cId="3451708679" sldId="281"/>
            <ac:spMk id="8" creationId="{2C2CCBA2-3762-71A6-EA77-6CB09BBAA70D}"/>
          </ac:spMkLst>
        </pc:spChg>
        <pc:spChg chg="add mod">
          <ac:chgData name="Dragan Javorac" userId="913c2858-fb97-4c6e-a42c-b1f1a16b225e" providerId="ADAL" clId="{C3D385BC-1153-40C2-8233-CD4EC7C1BF76}" dt="2023-09-07T08:46:49.890" v="78" actId="1076"/>
          <ac:spMkLst>
            <pc:docMk/>
            <pc:sldMk cId="3451708679" sldId="281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5:33.684" v="17" actId="478"/>
          <ac:picMkLst>
            <pc:docMk/>
            <pc:sldMk cId="3451708679" sldId="281"/>
            <ac:picMk id="5" creationId="{637BE710-EA6B-9BBD-102C-B0705B3354BE}"/>
          </ac:picMkLst>
        </pc:picChg>
        <pc:picChg chg="add mod">
          <ac:chgData name="Dragan Javorac" userId="913c2858-fb97-4c6e-a42c-b1f1a16b225e" providerId="ADAL" clId="{C3D385BC-1153-40C2-8233-CD4EC7C1BF76}" dt="2023-09-07T08:46:35.253" v="75" actId="1076"/>
          <ac:picMkLst>
            <pc:docMk/>
            <pc:sldMk cId="3451708679" sldId="281"/>
            <ac:picMk id="7" creationId="{A8D48A20-26A4-B84B-A179-216E20590946}"/>
          </ac:picMkLst>
        </pc:pic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  <pc:spChg chg="mod">
          <ac:chgData name="Dragan Javorac" userId="913c2858-fb97-4c6e-a42c-b1f1a16b225e" providerId="ADAL" clId="{C3D385BC-1153-40C2-8233-CD4EC7C1BF76}" dt="2023-09-07T08:48:38.323" v="142" actId="20577"/>
          <ac:spMkLst>
            <pc:docMk/>
            <pc:sldMk cId="2520737929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8:30.197" v="112" actId="478"/>
          <ac:spMkLst>
            <pc:docMk/>
            <pc:sldMk cId="2520737929" sldId="282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8:28.424" v="111" actId="1076"/>
          <ac:spMkLst>
            <pc:docMk/>
            <pc:sldMk cId="2520737929" sldId="282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8:23.303" v="108" actId="1076"/>
          <ac:picMkLst>
            <pc:docMk/>
            <pc:sldMk cId="2520737929" sldId="282"/>
            <ac:picMk id="5" creationId="{A39BDAE2-F835-49C6-6339-CF8639F6FAA0}"/>
          </ac:picMkLst>
        </pc:picChg>
        <pc:picChg chg="del">
          <ac:chgData name="Dragan Javorac" userId="913c2858-fb97-4c6e-a42c-b1f1a16b225e" providerId="ADAL" clId="{C3D385BC-1153-40C2-8233-CD4EC7C1BF76}" dt="2023-09-07T08:48:18.913" v="105" actId="478"/>
          <ac:picMkLst>
            <pc:docMk/>
            <pc:sldMk cId="2520737929" sldId="282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  <pc:spChg chg="mod">
          <ac:chgData name="Dragan Javorac" userId="913c2858-fb97-4c6e-a42c-b1f1a16b225e" providerId="ADAL" clId="{C3D385BC-1153-40C2-8233-CD4EC7C1BF76}" dt="2023-09-07T08:49:33.416" v="187" actId="20577"/>
          <ac:spMkLst>
            <pc:docMk/>
            <pc:sldMk cId="322632929" sldId="283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8T13:31:24.672" v="2206" actId="313"/>
          <ac:spMkLst>
            <pc:docMk/>
            <pc:sldMk cId="322632929" sldId="283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9:26.723" v="165" actId="1076"/>
          <ac:spMkLst>
            <pc:docMk/>
            <pc:sldMk cId="322632929" sldId="283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9:15.472" v="148" actId="1076"/>
          <ac:picMkLst>
            <pc:docMk/>
            <pc:sldMk cId="322632929" sldId="283"/>
            <ac:picMk id="5" creationId="{A613236B-3693-87CC-6125-2F1D72AEED03}"/>
          </ac:picMkLst>
        </pc:picChg>
        <pc:picChg chg="del">
          <ac:chgData name="Dragan Javorac" userId="913c2858-fb97-4c6e-a42c-b1f1a16b225e" providerId="ADAL" clId="{C3D385BC-1153-40C2-8233-CD4EC7C1BF76}" dt="2023-09-07T08:49:12.052" v="144" actId="478"/>
          <ac:picMkLst>
            <pc:docMk/>
            <pc:sldMk cId="322632929" sldId="283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  <pc:spChg chg="mod">
          <ac:chgData name="Dragan Javorac" userId="913c2858-fb97-4c6e-a42c-b1f1a16b225e" providerId="ADAL" clId="{C3D385BC-1153-40C2-8233-CD4EC7C1BF76}" dt="2023-09-07T08:54:00.419" v="345" actId="20577"/>
          <ac:spMkLst>
            <pc:docMk/>
            <pc:sldMk cId="533409294" sldId="284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0:27.723" v="237" actId="20577"/>
          <ac:spMkLst>
            <pc:docMk/>
            <pc:sldMk cId="533409294" sldId="284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08:50:19.797" v="212" actId="1076"/>
          <ac:spMkLst>
            <pc:docMk/>
            <pc:sldMk cId="533409294" sldId="284"/>
            <ac:spMk id="7" creationId="{1A832F93-22B8-35BB-B219-7B5B443EE25E}"/>
          </ac:spMkLst>
        </pc:spChg>
        <pc:spChg chg="add mod">
          <ac:chgData name="Dragan Javorac" userId="913c2858-fb97-4c6e-a42c-b1f1a16b225e" providerId="ADAL" clId="{C3D385BC-1153-40C2-8233-CD4EC7C1BF76}" dt="2023-09-07T08:50:18.249" v="211" actId="20577"/>
          <ac:spMkLst>
            <pc:docMk/>
            <pc:sldMk cId="533409294" sldId="284"/>
            <ac:spMk id="8" creationId="{D8170542-7342-B258-058B-2776BF8EFBE2}"/>
          </ac:spMkLst>
        </pc:spChg>
        <pc:spChg chg="del">
          <ac:chgData name="Dragan Javorac" userId="913c2858-fb97-4c6e-a42c-b1f1a16b225e" providerId="ADAL" clId="{C3D385BC-1153-40C2-8233-CD4EC7C1BF76}" dt="2023-09-07T08:49:45.829" v="190" actId="478"/>
          <ac:spMkLst>
            <pc:docMk/>
            <pc:sldMk cId="533409294" sldId="284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9:45.364" v="189" actId="478"/>
          <ac:picMkLst>
            <pc:docMk/>
            <pc:sldMk cId="533409294" sldId="284"/>
            <ac:picMk id="5" creationId="{A39BDAE2-F835-49C6-6339-CF8639F6FAA0}"/>
          </ac:picMkLst>
        </pc:picChg>
        <pc:picChg chg="add mod">
          <ac:chgData name="Dragan Javorac" userId="913c2858-fb97-4c6e-a42c-b1f1a16b225e" providerId="ADAL" clId="{C3D385BC-1153-40C2-8233-CD4EC7C1BF76}" dt="2023-09-07T08:49:55.982" v="192" actId="1076"/>
          <ac:picMkLst>
            <pc:docMk/>
            <pc:sldMk cId="533409294" sldId="284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  <pc:spChg chg="mod">
          <ac:chgData name="Dragan Javorac" userId="913c2858-fb97-4c6e-a42c-b1f1a16b225e" providerId="ADAL" clId="{C3D385BC-1153-40C2-8233-CD4EC7C1BF76}" dt="2023-09-07T08:53:54.322" v="333" actId="20577"/>
          <ac:spMkLst>
            <pc:docMk/>
            <pc:sldMk cId="2773657184" sldId="285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4:42.758" v="365" actId="21"/>
          <ac:spMkLst>
            <pc:docMk/>
            <pc:sldMk cId="2773657184" sldId="285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1:11.697" v="244" actId="14100"/>
          <ac:spMkLst>
            <pc:docMk/>
            <pc:sldMk cId="2773657184" sldId="285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1:17.284" v="262" actId="20577"/>
          <ac:spMkLst>
            <pc:docMk/>
            <pc:sldMk cId="2773657184" sldId="285"/>
            <ac:spMk id="8" creationId="{D8170542-7342-B258-058B-2776BF8EFBE2}"/>
          </ac:spMkLst>
        </pc:spChg>
        <pc:picChg chg="add mod ord">
          <ac:chgData name="Dragan Javorac" userId="913c2858-fb97-4c6e-a42c-b1f1a16b225e" providerId="ADAL" clId="{C3D385BC-1153-40C2-8233-CD4EC7C1BF76}" dt="2023-09-07T08:51:09.253" v="242" actId="1076"/>
          <ac:picMkLst>
            <pc:docMk/>
            <pc:sldMk cId="2773657184" sldId="285"/>
            <ac:picMk id="5" creationId="{A15E5E8C-7196-E8E0-767A-9864801AD67C}"/>
          </ac:picMkLst>
        </pc:picChg>
        <pc:picChg chg="del">
          <ac:chgData name="Dragan Javorac" userId="913c2858-fb97-4c6e-a42c-b1f1a16b225e" providerId="ADAL" clId="{C3D385BC-1153-40C2-8233-CD4EC7C1BF76}" dt="2023-09-07T08:51:06.452" v="239" actId="478"/>
          <ac:picMkLst>
            <pc:docMk/>
            <pc:sldMk cId="2773657184" sldId="285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  <pc:spChg chg="mod">
          <ac:chgData name="Dragan Javorac" userId="913c2858-fb97-4c6e-a42c-b1f1a16b225e" providerId="ADAL" clId="{C3D385BC-1153-40C2-8233-CD4EC7C1BF76}" dt="2023-09-08T13:31:30.035" v="2207" actId="313"/>
          <ac:spMkLst>
            <pc:docMk/>
            <pc:sldMk cId="1786902067" sldId="286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1:32.154" v="2208"/>
          <ac:spMkLst>
            <pc:docMk/>
            <pc:sldMk cId="1786902067" sldId="286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5:41.369" v="398" actId="1076"/>
          <ac:spMkLst>
            <pc:docMk/>
            <pc:sldMk cId="1786902067" sldId="286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5:44.720" v="401" actId="1076"/>
          <ac:spMkLst>
            <pc:docMk/>
            <pc:sldMk cId="1786902067" sldId="286"/>
            <ac:spMk id="8" creationId="{D8170542-7342-B258-058B-2776BF8EFBE2}"/>
          </ac:spMkLst>
        </pc:spChg>
        <pc:spChg chg="add del mod">
          <ac:chgData name="Dragan Javorac" userId="913c2858-fb97-4c6e-a42c-b1f1a16b225e" providerId="ADAL" clId="{C3D385BC-1153-40C2-8233-CD4EC7C1BF76}" dt="2023-09-07T08:55:46.414" v="403" actId="478"/>
          <ac:spMkLst>
            <pc:docMk/>
            <pc:sldMk cId="1786902067" sldId="286"/>
            <ac:spMk id="9" creationId="{68513C5D-33BB-A598-633C-BB40D9C8DF01}"/>
          </ac:spMkLst>
        </pc:spChg>
        <pc:picChg chg="del">
          <ac:chgData name="Dragan Javorac" userId="913c2858-fb97-4c6e-a42c-b1f1a16b225e" providerId="ADAL" clId="{C3D385BC-1153-40C2-8233-CD4EC7C1BF76}" dt="2023-09-07T08:51:38.703" v="318" actId="478"/>
          <ac:picMkLst>
            <pc:docMk/>
            <pc:sldMk cId="1786902067" sldId="286"/>
            <ac:picMk id="5" creationId="{A15E5E8C-7196-E8E0-767A-9864801AD67C}"/>
          </ac:picMkLst>
        </pc:picChg>
        <pc:picChg chg="add mod ord">
          <ac:chgData name="Dragan Javorac" userId="913c2858-fb97-4c6e-a42c-b1f1a16b225e" providerId="ADAL" clId="{C3D385BC-1153-40C2-8233-CD4EC7C1BF76}" dt="2023-09-07T08:53:48.887" v="322" actId="1076"/>
          <ac:picMkLst>
            <pc:docMk/>
            <pc:sldMk cId="1786902067" sldId="286"/>
            <ac:picMk id="6" creationId="{571BB66B-EE53-8384-3A26-5710B43E09FA}"/>
          </ac:picMkLst>
        </pc:picChg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  <pc:spChg chg="mod">
          <ac:chgData name="Dragan Javorac" userId="913c2858-fb97-4c6e-a42c-b1f1a16b225e" providerId="ADAL" clId="{C3D385BC-1153-40C2-8233-CD4EC7C1BF76}" dt="2023-09-08T13:32:10.818" v="2224" actId="20577"/>
          <ac:spMkLst>
            <pc:docMk/>
            <pc:sldMk cId="1713942279" sldId="287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25:26.659" v="577" actId="14100"/>
          <ac:spMkLst>
            <pc:docMk/>
            <pc:sldMk cId="1713942279" sldId="287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14:24:29.813" v="420" actId="478"/>
          <ac:spMkLst>
            <pc:docMk/>
            <pc:sldMk cId="1713942279" sldId="287"/>
            <ac:spMk id="7" creationId="{1A832F93-22B8-35BB-B219-7B5B443EE25E}"/>
          </ac:spMkLst>
        </pc:spChg>
        <pc:spChg chg="del mod">
          <ac:chgData name="Dragan Javorac" userId="913c2858-fb97-4c6e-a42c-b1f1a16b225e" providerId="ADAL" clId="{C3D385BC-1153-40C2-8233-CD4EC7C1BF76}" dt="2023-09-07T14:24:27.833" v="419" actId="478"/>
          <ac:spMkLst>
            <pc:docMk/>
            <pc:sldMk cId="1713942279" sldId="287"/>
            <ac:spMk id="8" creationId="{D8170542-7342-B258-058B-2776BF8EFBE2}"/>
          </ac:spMkLst>
        </pc:spChg>
        <pc:picChg chg="mod ord modCrop">
          <ac:chgData name="Dragan Javorac" userId="913c2858-fb97-4c6e-a42c-b1f1a16b225e" providerId="ADAL" clId="{C3D385BC-1153-40C2-8233-CD4EC7C1BF76}" dt="2023-09-08T13:32:16.610" v="2226" actId="1076"/>
          <ac:picMkLst>
            <pc:docMk/>
            <pc:sldMk cId="1713942279" sldId="287"/>
            <ac:picMk id="6" creationId="{571BB66B-EE53-8384-3A26-5710B43E09FA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  <pc:spChg chg="mod">
          <ac:chgData name="Dragan Javorac" userId="913c2858-fb97-4c6e-a42c-b1f1a16b225e" providerId="ADAL" clId="{C3D385BC-1153-40C2-8233-CD4EC7C1BF76}" dt="2023-09-07T14:25:51.759" v="585" actId="20577"/>
          <ac:spMkLst>
            <pc:docMk/>
            <pc:sldMk cId="2012868093" sldId="288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0:31.857" v="2205" actId="313"/>
          <ac:spMkLst>
            <pc:docMk/>
            <pc:sldMk cId="2012868093" sldId="288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8T13:30:26.840" v="2202" actId="1076"/>
          <ac:spMkLst>
            <pc:docMk/>
            <pc:sldMk cId="2012868093" sldId="288"/>
            <ac:spMk id="4" creationId="{F75732FE-F630-39B1-0D87-83CADB4CE7E9}"/>
          </ac:spMkLst>
        </pc:spChg>
        <pc:picChg chg="del">
          <ac:chgData name="Dragan Javorac" userId="913c2858-fb97-4c6e-a42c-b1f1a16b225e" providerId="ADAL" clId="{C3D385BC-1153-40C2-8233-CD4EC7C1BF76}" dt="2023-09-07T14:25:48.783" v="580" actId="478"/>
          <ac:picMkLst>
            <pc:docMk/>
            <pc:sldMk cId="2012868093" sldId="288"/>
            <ac:picMk id="6" creationId="{571BB66B-EE53-8384-3A26-5710B43E09FA}"/>
          </ac:picMkLst>
        </pc:picChg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  <pc:spChg chg="mod">
          <ac:chgData name="Dragan Javorac" userId="913c2858-fb97-4c6e-a42c-b1f1a16b225e" providerId="ADAL" clId="{C3D385BC-1153-40C2-8233-CD4EC7C1BF76}" dt="2023-09-07T14:27:18.706" v="832" actId="20577"/>
          <ac:spMkLst>
            <pc:docMk/>
            <pc:sldMk cId="1032720552" sldId="289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29:35.886" v="2136" actId="20577"/>
          <ac:spMkLst>
            <pc:docMk/>
            <pc:sldMk cId="1032720552" sldId="28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  <pc:spChg chg="mod">
          <ac:chgData name="Dragan Javorac" userId="913c2858-fb97-4c6e-a42c-b1f1a16b225e" providerId="ADAL" clId="{C3D385BC-1153-40C2-8233-CD4EC7C1BF76}" dt="2023-09-07T14:28:08.893" v="994" actId="20577"/>
          <ac:spMkLst>
            <pc:docMk/>
            <pc:sldMk cId="2212858245" sldId="290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4:42.146" v="2470" actId="20577"/>
          <ac:spMkLst>
            <pc:docMk/>
            <pc:sldMk cId="2212858245" sldId="290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C3D385BC-1153-40C2-8233-CD4EC7C1BF76}" dt="2023-09-19T07:46:44.200" v="2822" actId="478"/>
          <ac:spMkLst>
            <pc:docMk/>
            <pc:sldMk cId="2212858245" sldId="290"/>
            <ac:spMk id="4" creationId="{4E46DFFC-B092-50D0-6816-6863615B1E28}"/>
          </ac:spMkLst>
        </pc:spChg>
        <pc:picChg chg="del">
          <ac:chgData name="Dragan Javorac" userId="913c2858-fb97-4c6e-a42c-b1f1a16b225e" providerId="ADAL" clId="{C3D385BC-1153-40C2-8233-CD4EC7C1BF76}" dt="2023-09-07T14:28:12.104" v="995" actId="478"/>
          <ac:picMkLst>
            <pc:docMk/>
            <pc:sldMk cId="2212858245" sldId="290"/>
            <ac:picMk id="6" creationId="{571BB66B-EE53-8384-3A26-5710B43E09FA}"/>
          </ac:picMkLst>
        </pc:picChg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  <pc:spChg chg="mod">
          <ac:chgData name="Dragan Javorac" userId="913c2858-fb97-4c6e-a42c-b1f1a16b225e" providerId="ADAL" clId="{C3D385BC-1153-40C2-8233-CD4EC7C1BF76}" dt="2023-09-07T14:29:17.721" v="1195" actId="20577"/>
          <ac:spMkLst>
            <pc:docMk/>
            <pc:sldMk cId="2183247633" sldId="29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51:48.983" v="2118" actId="15"/>
          <ac:spMkLst>
            <pc:docMk/>
            <pc:sldMk cId="2183247633" sldId="291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14:50:36.779" v="2029" actId="1076"/>
          <ac:spMkLst>
            <pc:docMk/>
            <pc:sldMk cId="2183247633" sldId="291"/>
            <ac:spMk id="4" creationId="{DAA2CBD3-755E-FCAD-787E-888D980E6D59}"/>
          </ac:spMkLst>
        </pc:spChg>
        <pc:spChg chg="add mod">
          <ac:chgData name="Dragan Javorac" userId="913c2858-fb97-4c6e-a42c-b1f1a16b225e" providerId="ADAL" clId="{C3D385BC-1153-40C2-8233-CD4EC7C1BF76}" dt="2023-09-07T14:51:39.693" v="2114" actId="14100"/>
          <ac:spMkLst>
            <pc:docMk/>
            <pc:sldMk cId="2183247633" sldId="291"/>
            <ac:spMk id="5" creationId="{C79916D1-CC23-E2D4-B865-A7C71229D3D6}"/>
          </ac:spMkLst>
        </pc:spChg>
        <pc:spChg chg="add mod">
          <ac:chgData name="Dragan Javorac" userId="913c2858-fb97-4c6e-a42c-b1f1a16b225e" providerId="ADAL" clId="{C3D385BC-1153-40C2-8233-CD4EC7C1BF76}" dt="2023-09-07T14:51:41.745" v="2115" actId="14100"/>
          <ac:spMkLst>
            <pc:docMk/>
            <pc:sldMk cId="2183247633" sldId="291"/>
            <ac:spMk id="6" creationId="{970709EA-CA59-09C5-FE97-B5C2A5EB9EA7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  <pc:spChg chg="mod">
          <ac:chgData name="Dragan Javorac" userId="913c2858-fb97-4c6e-a42c-b1f1a16b225e" providerId="ADAL" clId="{C3D385BC-1153-40C2-8233-CD4EC7C1BF76}" dt="2023-09-07T14:46:42.076" v="1819" actId="20577"/>
          <ac:spMkLst>
            <pc:docMk/>
            <pc:sldMk cId="3885579670" sldId="292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48:18.399" v="1926" actId="14100"/>
          <ac:spMkLst>
            <pc:docMk/>
            <pc:sldMk cId="3885579670" sldId="292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C3D385BC-1153-40C2-8233-CD4EC7C1BF76}" dt="2023-09-07T14:47:42.224" v="1820" actId="478"/>
          <ac:picMkLst>
            <pc:docMk/>
            <pc:sldMk cId="3885579670" sldId="292"/>
            <ac:picMk id="5" creationId="{7590F02A-2777-3924-F516-B14B8908A026}"/>
          </ac:picMkLst>
        </pc:picChg>
        <pc:picChg chg="add mod">
          <ac:chgData name="Dragan Javorac" userId="913c2858-fb97-4c6e-a42c-b1f1a16b225e" providerId="ADAL" clId="{C3D385BC-1153-40C2-8233-CD4EC7C1BF76}" dt="2023-09-07T14:48:14.454" v="1925" actId="14100"/>
          <ac:picMkLst>
            <pc:docMk/>
            <pc:sldMk cId="3885579670" sldId="292"/>
            <ac:picMk id="7" creationId="{BCC69B11-9932-D219-EAF6-AABA90A0B7FF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  <pc:spChg chg="mod">
          <ac:chgData name="Dragan Javorac" userId="913c2858-fb97-4c6e-a42c-b1f1a16b225e" providerId="ADAL" clId="{C3D385BC-1153-40C2-8233-CD4EC7C1BF76}" dt="2023-09-19T07:12:51.779" v="2292" actId="20577"/>
          <ac:spMkLst>
            <pc:docMk/>
            <pc:sldMk cId="3209220919" sldId="293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0:26.700" v="2382" actId="14100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C3D385BC-1153-40C2-8233-CD4EC7C1BF76}" dt="2023-09-19T07:40:24.610" v="2381" actId="14100"/>
          <ac:picMkLst>
            <pc:docMk/>
            <pc:sldMk cId="3209220919" sldId="293"/>
            <ac:picMk id="5" creationId="{2E56C4DA-FED2-AC13-3D1E-954BE4DF1D89}"/>
          </ac:picMkLst>
        </pc:picChg>
        <pc:picChg chg="del">
          <ac:chgData name="Dragan Javorac" userId="913c2858-fb97-4c6e-a42c-b1f1a16b225e" providerId="ADAL" clId="{C3D385BC-1153-40C2-8233-CD4EC7C1BF76}" dt="2023-09-19T07:12:41.313" v="2269" actId="478"/>
          <ac:picMkLst>
            <pc:docMk/>
            <pc:sldMk cId="3209220919" sldId="293"/>
            <ac:picMk id="7" creationId="{BCC69B11-9932-D219-EAF6-AABA90A0B7FF}"/>
          </ac:picMkLst>
        </pc:picChg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  <pc:spChg chg="mod">
          <ac:chgData name="Dragan Javorac" userId="913c2858-fb97-4c6e-a42c-b1f1a16b225e" providerId="ADAL" clId="{C3D385BC-1153-40C2-8233-CD4EC7C1BF76}" dt="2023-09-19T07:40:55.995" v="2393" actId="20577"/>
          <ac:spMkLst>
            <pc:docMk/>
            <pc:sldMk cId="2087307890" sldId="294"/>
            <ac:spMk id="2" creationId="{59249F84-7683-7A1C-A158-E9E5BD087E59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  <pc:spChg chg="del">
          <ac:chgData name="Dragan Javorac" userId="913c2858-fb97-4c6e-a42c-b1f1a16b225e" providerId="ADAL" clId="{C3D385BC-1153-40C2-8233-CD4EC7C1BF76}" dt="2023-09-19T07:46:39.143" v="2818" actId="478"/>
          <ac:spMkLst>
            <pc:docMk/>
            <pc:sldMk cId="4043838415" sldId="294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19T07:46:49.303" v="2823" actId="20577"/>
          <ac:spMkLst>
            <pc:docMk/>
            <pc:sldMk cId="4043838415" sldId="294"/>
            <ac:spMk id="4" creationId="{4E46DFFC-B092-50D0-6816-6863615B1E28}"/>
          </ac:spMkLst>
        </pc:spChg>
        <pc:spChg chg="add del mod">
          <ac:chgData name="Dragan Javorac" userId="913c2858-fb97-4c6e-a42c-b1f1a16b225e" providerId="ADAL" clId="{C3D385BC-1153-40C2-8233-CD4EC7C1BF76}" dt="2023-09-19T07:46:40.653" v="2819" actId="478"/>
          <ac:spMkLst>
            <pc:docMk/>
            <pc:sldMk cId="4043838415" sldId="294"/>
            <ac:spMk id="6" creationId="{F4E3E381-7B5E-2148-DAED-537757486458}"/>
          </ac:spMkLst>
        </pc:spChg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  <pc:spChg chg="mod">
          <ac:chgData name="Dragan Javorac" userId="913c2858-fb97-4c6e-a42c-b1f1a16b225e" providerId="ADAL" clId="{7F8D6662-5B01-4EF7-8A19-57188D855E06}" dt="2023-07-04T10:16:44.645" v="9" actId="20577"/>
          <ac:spMkLst>
            <pc:docMk/>
            <pc:sldMk cId="3811378203" sldId="256"/>
            <ac:spMk id="3" creationId="{414EDD6F-592F-340B-435C-61829CBE0859}"/>
          </ac:spMkLst>
        </pc:spChg>
        <pc:spChg chg="add mod">
          <ac:chgData name="Dragan Javorac" userId="913c2858-fb97-4c6e-a42c-b1f1a16b225e" providerId="ADAL" clId="{7F8D6662-5B01-4EF7-8A19-57188D855E06}" dt="2023-07-04T10:27:45.760" v="760" actId="120"/>
          <ac:spMkLst>
            <pc:docMk/>
            <pc:sldMk cId="3811378203" sldId="256"/>
            <ac:spMk id="6" creationId="{8B03FA24-69F4-59E5-9854-13D48BDAC97A}"/>
          </ac:spMkLst>
        </pc:spChg>
        <pc:picChg chg="add mod">
          <ac:chgData name="Dragan Javorac" userId="913c2858-fb97-4c6e-a42c-b1f1a16b225e" providerId="ADAL" clId="{7F8D6662-5B01-4EF7-8A19-57188D855E06}" dt="2023-07-04T10:19:21.606" v="126" actId="688"/>
          <ac:picMkLst>
            <pc:docMk/>
            <pc:sldMk cId="3811378203" sldId="256"/>
            <ac:picMk id="5" creationId="{BE2A557C-95D6-6186-E1A9-1DEB4FE78EC0}"/>
          </ac:picMkLst>
        </pc:picChg>
        <pc:picChg chg="del">
          <ac:chgData name="Dragan Javorac" userId="913c2858-fb97-4c6e-a42c-b1f1a16b225e" providerId="ADAL" clId="{7F8D6662-5B01-4EF7-8A19-57188D855E06}" dt="2023-07-04T10:17:21.318" v="12" actId="478"/>
          <ac:picMkLst>
            <pc:docMk/>
            <pc:sldMk cId="3811378203" sldId="256"/>
            <ac:picMk id="9" creationId="{96116168-2181-71A6-355A-7965A2F2EA37}"/>
          </ac:picMkLst>
        </pc:picChg>
        <pc:picChg chg="del">
          <ac:chgData name="Dragan Javorac" userId="913c2858-fb97-4c6e-a42c-b1f1a16b225e" providerId="ADAL" clId="{7F8D6662-5B01-4EF7-8A19-57188D855E06}" dt="2023-07-04T10:17:22.305" v="14" actId="478"/>
          <ac:picMkLst>
            <pc:docMk/>
            <pc:sldMk cId="3811378203" sldId="256"/>
            <ac:picMk id="11" creationId="{DBC3793F-34D2-2A48-8136-85C3399EB66D}"/>
          </ac:picMkLst>
        </pc:picChg>
        <pc:picChg chg="del">
          <ac:chgData name="Dragan Javorac" userId="913c2858-fb97-4c6e-a42c-b1f1a16b225e" providerId="ADAL" clId="{7F8D6662-5B01-4EF7-8A19-57188D855E06}" dt="2023-07-04T10:17:21.810" v="13" actId="478"/>
          <ac:picMkLst>
            <pc:docMk/>
            <pc:sldMk cId="3811378203" sldId="256"/>
            <ac:picMk id="13" creationId="{DE3BB3A5-7D5F-4516-6902-4C66ADA56D18}"/>
          </ac:picMkLst>
        </pc:picChg>
        <pc:picChg chg="del">
          <ac:chgData name="Dragan Javorac" userId="913c2858-fb97-4c6e-a42c-b1f1a16b225e" providerId="ADAL" clId="{7F8D6662-5B01-4EF7-8A19-57188D855E06}" dt="2023-07-04T10:17:20.899" v="11" actId="478"/>
          <ac:picMkLst>
            <pc:docMk/>
            <pc:sldMk cId="3811378203" sldId="256"/>
            <ac:picMk id="15" creationId="{779147A7-AD8B-8270-F994-7EC634D96E98}"/>
          </ac:picMkLst>
        </pc:picChg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  <pc:spChg chg="mod">
          <ac:chgData name="Dragan Javorac" userId="913c2858-fb97-4c6e-a42c-b1f1a16b225e" providerId="ADAL" clId="{7F8D6662-5B01-4EF7-8A19-57188D855E06}" dt="2023-07-04T10:19:28.626" v="13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14.844" v="285" actId="20577"/>
          <ac:spMkLst>
            <pc:docMk/>
            <pc:sldMk cId="3300743470" sldId="257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19:30.656" v="137" actId="478"/>
          <ac:picMkLst>
            <pc:docMk/>
            <pc:sldMk cId="3300743470" sldId="257"/>
            <ac:picMk id="5" creationId="{A9F66CE4-375D-5102-0A16-8D4B1EC598AE}"/>
          </ac:picMkLst>
        </pc:picChg>
        <pc:picChg chg="del">
          <ac:chgData name="Dragan Javorac" userId="913c2858-fb97-4c6e-a42c-b1f1a16b225e" providerId="ADAL" clId="{7F8D6662-5B01-4EF7-8A19-57188D855E06}" dt="2023-07-04T10:19:30.289" v="136" actId="478"/>
          <ac:picMkLst>
            <pc:docMk/>
            <pc:sldMk cId="3300743470" sldId="257"/>
            <ac:picMk id="9" creationId="{D52E5762-374D-C607-2134-836E0D5AEC18}"/>
          </ac:picMkLst>
        </pc:picChg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  <pc:spChg chg="mod">
          <ac:chgData name="Dragan Javorac" userId="913c2858-fb97-4c6e-a42c-b1f1a16b225e" providerId="ADAL" clId="{7F8D6662-5B01-4EF7-8A19-57188D855E06}" dt="2023-07-04T10:20:22.872" v="304" actId="20577"/>
          <ac:spMkLst>
            <pc:docMk/>
            <pc:sldMk cId="1670845898" sldId="259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33.898" v="341" actId="313"/>
          <ac:spMkLst>
            <pc:docMk/>
            <pc:sldMk cId="1670845898" sldId="25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  <pc:spChg chg="mod">
          <ac:chgData name="Dragan Javorac" userId="913c2858-fb97-4c6e-a42c-b1f1a16b225e" providerId="ADAL" clId="{7F8D6662-5B01-4EF7-8A19-57188D855E06}" dt="2023-07-04T10:21:46.366" v="406" actId="20577"/>
          <ac:spMkLst>
            <pc:docMk/>
            <pc:sldMk cId="2046542118" sldId="260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2:20.638" v="494" actId="20577"/>
          <ac:spMkLst>
            <pc:docMk/>
            <pc:sldMk cId="2046542118" sldId="260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7F8D6662-5B01-4EF7-8A19-57188D855E06}" dt="2023-07-04T10:24:27.044" v="558" actId="478"/>
          <ac:picMkLst>
            <pc:docMk/>
            <pc:sldMk cId="2046542118" sldId="260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4.250" v="663" actId="478"/>
          <ac:picMkLst>
            <pc:docMk/>
            <pc:sldMk cId="2046542118" sldId="260"/>
            <ac:picMk id="6" creationId="{010767D2-C9BE-C2C0-0989-2F5BB636D96E}"/>
          </ac:picMkLst>
        </pc:picChg>
        <pc:picChg chg="add mod">
          <ac:chgData name="Dragan Javorac" userId="913c2858-fb97-4c6e-a42c-b1f1a16b225e" providerId="ADAL" clId="{7F8D6662-5B01-4EF7-8A19-57188D855E06}" dt="2023-07-04T10:25:47.013" v="666" actId="1076"/>
          <ac:picMkLst>
            <pc:docMk/>
            <pc:sldMk cId="2046542118" sldId="260"/>
            <ac:picMk id="8" creationId="{16438314-1BF4-7864-4168-A4B113C1504A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  <pc:spChg chg="mod">
          <ac:chgData name="Dragan Javorac" userId="913c2858-fb97-4c6e-a42c-b1f1a16b225e" providerId="ADAL" clId="{7F8D6662-5B01-4EF7-8A19-57188D855E06}" dt="2023-07-04T10:23:36.995" v="508" actId="20577"/>
          <ac:spMkLst>
            <pc:docMk/>
            <pc:sldMk cId="1225269572" sldId="261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6:49.231" v="705" actId="20577"/>
          <ac:spMkLst>
            <pc:docMk/>
            <pc:sldMk cId="1225269572" sldId="261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24:17.766" v="550" actId="478"/>
          <ac:picMkLst>
            <pc:docMk/>
            <pc:sldMk cId="1225269572" sldId="261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8.823" v="667" actId="478"/>
          <ac:picMkLst>
            <pc:docMk/>
            <pc:sldMk cId="1225269572" sldId="261"/>
            <ac:picMk id="6" creationId="{1D6E7C61-CA11-E989-EECC-9A672B5773A6}"/>
          </ac:picMkLst>
        </pc:picChg>
        <pc:picChg chg="add mod">
          <ac:chgData name="Dragan Javorac" userId="913c2858-fb97-4c6e-a42c-b1f1a16b225e" providerId="ADAL" clId="{7F8D6662-5B01-4EF7-8A19-57188D855E06}" dt="2023-07-04T10:25:52.297" v="671" actId="14100"/>
          <ac:picMkLst>
            <pc:docMk/>
            <pc:sldMk cId="1225269572" sldId="261"/>
            <ac:picMk id="8" creationId="{0DAD6602-F169-36F0-0AD1-663EEDA78FFE}"/>
          </ac:picMkLst>
        </pc:picChg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  <pc:spChg chg="mod">
          <ac:chgData name="Dragan Javorac" userId="913c2858-fb97-4c6e-a42c-b1f1a16b225e" providerId="ADAL" clId="{7F8D6662-5B01-4EF7-8A19-57188D855E06}" dt="2023-07-04T10:24:43.813" v="589" actId="20577"/>
          <ac:spMkLst>
            <pc:docMk/>
            <pc:sldMk cId="1222090376" sldId="262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7:12.907" v="908" actId="313"/>
          <ac:spMkLst>
            <pc:docMk/>
            <pc:sldMk cId="1222090376" sldId="262"/>
            <ac:spMk id="3" creationId="{73F8797C-A226-7836-7AC1-7E1ADAA37B9C}"/>
          </ac:spMkLst>
        </pc:spChg>
        <pc:spChg chg="add del">
          <ac:chgData name="Dragan Javorac" userId="913c2858-fb97-4c6e-a42c-b1f1a16b225e" providerId="ADAL" clId="{7F8D6662-5B01-4EF7-8A19-57188D855E06}" dt="2023-07-04T10:37:39.346" v="910" actId="478"/>
          <ac:spMkLst>
            <pc:docMk/>
            <pc:sldMk cId="1222090376" sldId="262"/>
            <ac:spMk id="11" creationId="{E5774E31-B9C6-2998-EB38-109B35ECACB7}"/>
          </ac:spMkLst>
        </pc:spChg>
        <pc:spChg chg="add del mod">
          <ac:chgData name="Dragan Javorac" userId="913c2858-fb97-4c6e-a42c-b1f1a16b225e" providerId="ADAL" clId="{7F8D6662-5B01-4EF7-8A19-57188D855E06}" dt="2023-07-04T10:38:18.708" v="934" actId="478"/>
          <ac:spMkLst>
            <pc:docMk/>
            <pc:sldMk cId="1222090376" sldId="262"/>
            <ac:spMk id="14" creationId="{74EB42B5-0D0B-BFB1-C6F7-82FB1733F47E}"/>
          </ac:spMkLst>
        </pc:spChg>
        <pc:picChg chg="add mod">
          <ac:chgData name="Dragan Javorac" userId="913c2858-fb97-4c6e-a42c-b1f1a16b225e" providerId="ADAL" clId="{7F8D6662-5B01-4EF7-8A19-57188D855E06}" dt="2023-07-04T10:33:11.768" v="902" actId="1076"/>
          <ac:picMkLst>
            <pc:docMk/>
            <pc:sldMk cId="1222090376" sldId="262"/>
            <ac:picMk id="5" creationId="{19D72D3E-EE5E-4726-299A-9614D081E969}"/>
          </ac:picMkLst>
        </pc:picChg>
        <pc:picChg chg="del mod">
          <ac:chgData name="Dragan Javorac" userId="913c2858-fb97-4c6e-a42c-b1f1a16b225e" providerId="ADAL" clId="{7F8D6662-5B01-4EF7-8A19-57188D855E06}" dt="2023-07-04T10:29:43.409" v="829" actId="478"/>
          <ac:picMkLst>
            <pc:docMk/>
            <pc:sldMk cId="1222090376" sldId="262"/>
            <ac:picMk id="6" creationId="{1D6E7C61-CA11-E989-EECC-9A672B5773A6}"/>
          </ac:picMkLst>
        </pc:picChg>
        <pc:picChg chg="add del mod">
          <ac:chgData name="Dragan Javorac" userId="913c2858-fb97-4c6e-a42c-b1f1a16b225e" providerId="ADAL" clId="{7F8D6662-5B01-4EF7-8A19-57188D855E06}" dt="2023-07-04T10:38:52.841" v="961" actId="21"/>
          <ac:picMkLst>
            <pc:docMk/>
            <pc:sldMk cId="1222090376" sldId="262"/>
            <ac:picMk id="8" creationId="{DB587B00-A00C-22D1-31B2-520FEE993728}"/>
          </ac:picMkLst>
        </pc:picChg>
        <pc:picChg chg="add mod">
          <ac:chgData name="Dragan Javorac" userId="913c2858-fb97-4c6e-a42c-b1f1a16b225e" providerId="ADAL" clId="{7F8D6662-5B01-4EF7-8A19-57188D855E06}" dt="2023-07-04T10:33:31.128" v="907" actId="1076"/>
          <ac:picMkLst>
            <pc:docMk/>
            <pc:sldMk cId="1222090376" sldId="262"/>
            <ac:picMk id="10" creationId="{DC250CCA-73CD-EA3C-B9C7-5C2373B6DD55}"/>
          </ac:picMkLst>
        </pc:picChg>
        <pc:picChg chg="add mod modCrop">
          <ac:chgData name="Dragan Javorac" userId="913c2858-fb97-4c6e-a42c-b1f1a16b225e" providerId="ADAL" clId="{7F8D6662-5B01-4EF7-8A19-57188D855E06}" dt="2023-07-04T10:39:39.196" v="971" actId="1076"/>
          <ac:picMkLst>
            <pc:docMk/>
            <pc:sldMk cId="1222090376" sldId="262"/>
            <ac:picMk id="16" creationId="{80902F79-86F3-17E3-52E2-0C8F10192A1F}"/>
          </ac:picMkLst>
        </pc:picChg>
        <pc:cxnChg chg="add del">
          <ac:chgData name="Dragan Javorac" userId="913c2858-fb97-4c6e-a42c-b1f1a16b225e" providerId="ADAL" clId="{7F8D6662-5B01-4EF7-8A19-57188D855E06}" dt="2023-07-04T10:37:54.296" v="912" actId="478"/>
          <ac:cxnSpMkLst>
            <pc:docMk/>
            <pc:sldMk cId="1222090376" sldId="262"/>
            <ac:cxnSpMk id="13" creationId="{404946BF-A921-45A5-9723-120D2A4E774E}"/>
          </ac:cxnSpMkLst>
        </pc:cxnChg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  <pc:spChg chg="mod">
          <ac:chgData name="Dragan Javorac" userId="913c2858-fb97-4c6e-a42c-b1f1a16b225e" providerId="ADAL" clId="{7F8D6662-5B01-4EF7-8A19-57188D855E06}" dt="2023-07-04T10:26:55.980" v="714" actId="20577"/>
          <ac:spMkLst>
            <pc:docMk/>
            <pc:sldMk cId="589306920" sldId="263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9:59.259" v="982" actId="20577"/>
          <ac:spMkLst>
            <pc:docMk/>
            <pc:sldMk cId="589306920" sldId="26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39:51.439" v="975" actId="1076"/>
          <ac:picMkLst>
            <pc:docMk/>
            <pc:sldMk cId="589306920" sldId="263"/>
            <ac:picMk id="5" creationId="{22FE295B-A0AB-F7C4-CABF-0D57673FBFD0}"/>
          </ac:picMkLst>
        </pc:picChg>
        <pc:picChg chg="add mod">
          <ac:chgData name="Dragan Javorac" userId="913c2858-fb97-4c6e-a42c-b1f1a16b225e" providerId="ADAL" clId="{7F8D6662-5B01-4EF7-8A19-57188D855E06}" dt="2023-07-04T10:28:36.653" v="797" actId="1076"/>
          <ac:picMkLst>
            <pc:docMk/>
            <pc:sldMk cId="589306920" sldId="263"/>
            <ac:picMk id="7" creationId="{C657E066-A9E4-DE04-C2DD-5B3F797BEEC8}"/>
          </ac:picMkLst>
        </pc:picChg>
        <pc:picChg chg="del">
          <ac:chgData name="Dragan Javorac" userId="913c2858-fb97-4c6e-a42c-b1f1a16b225e" providerId="ADAL" clId="{7F8D6662-5B01-4EF7-8A19-57188D855E06}" dt="2023-07-04T10:27:55.575" v="761" actId="478"/>
          <ac:picMkLst>
            <pc:docMk/>
            <pc:sldMk cId="589306920" sldId="263"/>
            <ac:picMk id="8" creationId="{0DAD6602-F169-36F0-0AD1-663EEDA78FFE}"/>
          </ac:picMkLst>
        </pc:picChg>
        <pc:picChg chg="add mod">
          <ac:chgData name="Dragan Javorac" userId="913c2858-fb97-4c6e-a42c-b1f1a16b225e" providerId="ADAL" clId="{7F8D6662-5B01-4EF7-8A19-57188D855E06}" dt="2023-07-04T10:39:48.065" v="973" actId="1076"/>
          <ac:picMkLst>
            <pc:docMk/>
            <pc:sldMk cId="589306920" sldId="263"/>
            <ac:picMk id="10" creationId="{719CACC7-7858-8A6F-AC7A-AEA550961CDC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  <pc:spChg chg="mod">
          <ac:chgData name="Dragan Javorac" userId="913c2858-fb97-4c6e-a42c-b1f1a16b225e" providerId="ADAL" clId="{7F8D6662-5B01-4EF7-8A19-57188D855E06}" dt="2023-07-04T10:29:19.989" v="823" actId="20577"/>
          <ac:spMkLst>
            <pc:docMk/>
            <pc:sldMk cId="4014016235" sldId="264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0:19.436" v="1020" actId="20577"/>
          <ac:spMkLst>
            <pc:docMk/>
            <pc:sldMk cId="4014016235" sldId="26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40:05.868" v="984" actId="1076"/>
          <ac:picMkLst>
            <pc:docMk/>
            <pc:sldMk cId="4014016235" sldId="264"/>
            <ac:picMk id="4" creationId="{8B0C7961-8198-1747-1EE8-08CD6FE81BD6}"/>
          </ac:picMkLst>
        </pc:picChg>
        <pc:picChg chg="del">
          <ac:chgData name="Dragan Javorac" userId="913c2858-fb97-4c6e-a42c-b1f1a16b225e" providerId="ADAL" clId="{7F8D6662-5B01-4EF7-8A19-57188D855E06}" dt="2023-07-04T10:38:48.580" v="960" actId="478"/>
          <ac:picMkLst>
            <pc:docMk/>
            <pc:sldMk cId="4014016235" sldId="264"/>
            <ac:picMk id="5" creationId="{22FE295B-A0AB-F7C4-CABF-0D57673FBFD0}"/>
          </ac:picMkLst>
        </pc:picChg>
        <pc:picChg chg="del">
          <ac:chgData name="Dragan Javorac" userId="913c2858-fb97-4c6e-a42c-b1f1a16b225e" providerId="ADAL" clId="{7F8D6662-5B01-4EF7-8A19-57188D855E06}" dt="2023-07-04T10:38:55.429" v="963" actId="478"/>
          <ac:picMkLst>
            <pc:docMk/>
            <pc:sldMk cId="4014016235" sldId="264"/>
            <ac:picMk id="7" creationId="{C657E066-A9E4-DE04-C2DD-5B3F797BEEC8}"/>
          </ac:picMkLst>
        </pc:picChg>
        <pc:picChg chg="add del">
          <ac:chgData name="Dragan Javorac" userId="913c2858-fb97-4c6e-a42c-b1f1a16b225e" providerId="ADAL" clId="{7F8D6662-5B01-4EF7-8A19-57188D855E06}" dt="2023-07-04T10:39:30.086" v="966" actId="22"/>
          <ac:picMkLst>
            <pc:docMk/>
            <pc:sldMk cId="4014016235" sldId="264"/>
            <ac:picMk id="8" creationId="{969E6E5F-0A5E-3E66-FD89-10757BF127BE}"/>
          </ac:picMkLst>
        </pc:picChg>
        <pc:picChg chg="del">
          <ac:chgData name="Dragan Javorac" userId="913c2858-fb97-4c6e-a42c-b1f1a16b225e" providerId="ADAL" clId="{7F8D6662-5B01-4EF7-8A19-57188D855E06}" dt="2023-07-04T10:38:47.785" v="959" actId="478"/>
          <ac:picMkLst>
            <pc:docMk/>
            <pc:sldMk cId="4014016235" sldId="264"/>
            <ac:picMk id="10" creationId="{719CACC7-7858-8A6F-AC7A-AEA550961CDC}"/>
          </ac:picMkLst>
        </pc:picChg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  <pc:spChg chg="mod">
          <ac:chgData name="Dragan Javorac" userId="913c2858-fb97-4c6e-a42c-b1f1a16b225e" providerId="ADAL" clId="{7F8D6662-5B01-4EF7-8A19-57188D855E06}" dt="2023-07-04T10:40:48.751" v="1040" actId="20577"/>
          <ac:spMkLst>
            <pc:docMk/>
            <pc:sldMk cId="3583996413" sldId="265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2:43.557" v="1154" actId="14100"/>
          <ac:spMkLst>
            <pc:docMk/>
            <pc:sldMk cId="3583996413" sldId="265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7F8D6662-5B01-4EF7-8A19-57188D855E06}" dt="2023-07-04T10:42:33.897" v="1146"/>
          <ac:spMkLst>
            <pc:docMk/>
            <pc:sldMk cId="3583996413" sldId="265"/>
            <ac:spMk id="8" creationId="{649F27EA-5703-67A1-661A-BC2870E2DE2C}"/>
          </ac:spMkLst>
        </pc:spChg>
        <pc:spChg chg="add mod">
          <ac:chgData name="Dragan Javorac" userId="913c2858-fb97-4c6e-a42c-b1f1a16b225e" providerId="ADAL" clId="{7F8D6662-5B01-4EF7-8A19-57188D855E06}" dt="2023-07-04T10:42:35.785" v="1147" actId="21"/>
          <ac:spMkLst>
            <pc:docMk/>
            <pc:sldMk cId="3583996413" sldId="265"/>
            <ac:spMk id="10" creationId="{A29615E6-C33E-423F-4BB2-BC7E20E15E9B}"/>
          </ac:spMkLst>
        </pc:spChg>
        <pc:picChg chg="del">
          <ac:chgData name="Dragan Javorac" userId="913c2858-fb97-4c6e-a42c-b1f1a16b225e" providerId="ADAL" clId="{7F8D6662-5B01-4EF7-8A19-57188D855E06}" dt="2023-07-04T10:40:52.454" v="1043" actId="478"/>
          <ac:picMkLst>
            <pc:docMk/>
            <pc:sldMk cId="3583996413" sldId="265"/>
            <ac:picMk id="4" creationId="{8B0C7961-8198-1747-1EE8-08CD6FE81BD6}"/>
          </ac:picMkLst>
        </pc:picChg>
        <pc:picChg chg="add mod">
          <ac:chgData name="Dragan Javorac" userId="913c2858-fb97-4c6e-a42c-b1f1a16b225e" providerId="ADAL" clId="{7F8D6662-5B01-4EF7-8A19-57188D855E06}" dt="2023-07-04T10:42:45.762" v="1155" actId="1076"/>
          <ac:picMkLst>
            <pc:docMk/>
            <pc:sldMk cId="3583996413" sldId="265"/>
            <ac:picMk id="6" creationId="{B22B9BE8-03D5-3A02-21B9-9CA327811B05}"/>
          </ac:picMkLst>
        </pc:picChg>
        <pc:picChg chg="add mod">
          <ac:chgData name="Dragan Javorac" userId="913c2858-fb97-4c6e-a42c-b1f1a16b225e" providerId="ADAL" clId="{7F8D6662-5B01-4EF7-8A19-57188D855E06}" dt="2023-07-04T10:42:58.301" v="1157" actId="1076"/>
          <ac:picMkLst>
            <pc:docMk/>
            <pc:sldMk cId="3583996413" sldId="265"/>
            <ac:picMk id="12" creationId="{C09EA008-F7B2-4C19-7089-A962403D86CC}"/>
          </ac:picMkLst>
        </pc:picChg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  <pc:spChg chg="mod">
          <ac:chgData name="Dragan Javorac" userId="913c2858-fb97-4c6e-a42c-b1f1a16b225e" providerId="ADAL" clId="{9F4756D4-19AA-4BFB-812C-6BAA87C5B402}" dt="2023-09-07T07:32:15.227" v="217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2:51.306" v="316" actId="20577"/>
          <ac:spMkLst>
            <pc:docMk/>
            <pc:sldMk cId="3300743470" sldId="257"/>
            <ac:spMk id="3" creationId="{73F8797C-A226-7836-7AC1-7E1ADAA37B9C}"/>
          </ac:spMkLst>
        </pc:spChg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  <pc:spChg chg="mod">
          <ac:chgData name="Dragan Javorac" userId="913c2858-fb97-4c6e-a42c-b1f1a16b225e" providerId="ADAL" clId="{9F4756D4-19AA-4BFB-812C-6BAA87C5B402}" dt="2023-09-07T07:31:39.338" v="205" actId="20577"/>
          <ac:spMkLst>
            <pc:docMk/>
            <pc:sldMk cId="3583996413" sldId="265"/>
            <ac:spMk id="3" creationId="{73F8797C-A226-7836-7AC1-7E1ADAA37B9C}"/>
          </ac:spMkLst>
        </pc:spChg>
        <pc:picChg chg="del">
          <ac:chgData name="Dragan Javorac" userId="913c2858-fb97-4c6e-a42c-b1f1a16b225e" providerId="ADAL" clId="{9F4756D4-19AA-4BFB-812C-6BAA87C5B402}" dt="2023-09-07T07:31:21.929" v="158" actId="478"/>
          <ac:picMkLst>
            <pc:docMk/>
            <pc:sldMk cId="3583996413" sldId="265"/>
            <ac:picMk id="5" creationId="{32EB4921-4F2D-730E-D843-06DC4C5254EB}"/>
          </ac:picMkLst>
        </pc:picChg>
        <pc:picChg chg="add mod">
          <ac:chgData name="Dragan Javorac" userId="913c2858-fb97-4c6e-a42c-b1f1a16b225e" providerId="ADAL" clId="{9F4756D4-19AA-4BFB-812C-6BAA87C5B402}" dt="2023-09-07T07:31:27.449" v="160" actId="1076"/>
          <ac:picMkLst>
            <pc:docMk/>
            <pc:sldMk cId="3583996413" sldId="265"/>
            <ac:picMk id="6" creationId="{5293A52C-F7B7-41FA-B5F5-CEEE4A361FAD}"/>
          </ac:picMkLst>
        </pc:picChg>
        <pc:picChg chg="del">
          <ac:chgData name="Dragan Javorac" userId="913c2858-fb97-4c6e-a42c-b1f1a16b225e" providerId="ADAL" clId="{9F4756D4-19AA-4BFB-812C-6BAA87C5B402}" dt="2023-09-07T07:31:19.119" v="155" actId="478"/>
          <ac:picMkLst>
            <pc:docMk/>
            <pc:sldMk cId="3583996413" sldId="265"/>
            <ac:picMk id="11" creationId="{FB6DE54F-B5DD-24F2-C46D-1123F5004511}"/>
          </ac:picMkLst>
        </pc:picChg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  <pc:spChg chg="mod">
          <ac:chgData name="Dragan Javorac" userId="913c2858-fb97-4c6e-a42c-b1f1a16b225e" providerId="ADAL" clId="{9F4756D4-19AA-4BFB-812C-6BAA87C5B402}" dt="2023-09-07T07:36:28.482" v="654" actId="14100"/>
          <ac:spMkLst>
            <pc:docMk/>
            <pc:sldMk cId="1648467783" sldId="266"/>
            <ac:spMk id="3" creationId="{73F8797C-A226-7836-7AC1-7E1ADAA37B9C}"/>
          </ac:spMkLst>
        </pc:spChg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  <pc:spChg chg="mod">
          <ac:chgData name="Dragan Javorac" userId="913c2858-fb97-4c6e-a42c-b1f1a16b225e" providerId="ADAL" clId="{9F4756D4-19AA-4BFB-812C-6BAA87C5B402}" dt="2023-09-07T07:26:26.904" v="2" actId="6549"/>
          <ac:spMkLst>
            <pc:docMk/>
            <pc:sldMk cId="2071724299" sldId="267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  <pc:spChg chg="mod">
          <ac:chgData name="Dragan Javorac" userId="913c2858-fb97-4c6e-a42c-b1f1a16b225e" providerId="ADAL" clId="{9F4756D4-19AA-4BFB-812C-6BAA87C5B402}" dt="2023-09-07T07:27:00.144" v="44" actId="5793"/>
          <ac:spMkLst>
            <pc:docMk/>
            <pc:sldMk cId="1545876471" sldId="268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27:17.828" v="65" actId="1076"/>
          <ac:spMkLst>
            <pc:docMk/>
            <pc:sldMk cId="1545876471" sldId="268"/>
            <ac:spMk id="4" creationId="{795601A2-0D77-B98D-4638-ADEF5D095BE3}"/>
          </ac:spMkLst>
        </pc:spChg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  <pc:spChg chg="mod">
          <ac:chgData name="Dragan Javorac" userId="913c2858-fb97-4c6e-a42c-b1f1a16b225e" providerId="ADAL" clId="{9F4756D4-19AA-4BFB-812C-6BAA87C5B402}" dt="2023-09-07T07:27:31.423" v="66" actId="20577"/>
          <ac:spMkLst>
            <pc:docMk/>
            <pc:sldMk cId="275344560" sldId="269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  <pc:spChg chg="add mod">
          <ac:chgData name="Dragan Javorac" userId="913c2858-fb97-4c6e-a42c-b1f1a16b225e" providerId="ADAL" clId="{9F4756D4-19AA-4BFB-812C-6BAA87C5B402}" dt="2023-09-07T07:28:20.732" v="140" actId="1076"/>
          <ac:spMkLst>
            <pc:docMk/>
            <pc:sldMk cId="1812396322" sldId="271"/>
            <ac:spMk id="4" creationId="{D87069FF-53F0-5507-5525-16A8BBF05A3D}"/>
          </ac:spMkLst>
        </pc:spChg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  <pc:spChg chg="mod">
          <ac:chgData name="Dragan Javorac" userId="913c2858-fb97-4c6e-a42c-b1f1a16b225e" providerId="ADAL" clId="{9F4756D4-19AA-4BFB-812C-6BAA87C5B402}" dt="2023-09-07T07:36:37.972" v="655" actId="20577"/>
          <ac:spMkLst>
            <pc:docMk/>
            <pc:sldMk cId="2371956023" sldId="273"/>
            <ac:spMk id="3" creationId="{73F8797C-A226-7836-7AC1-7E1ADAA37B9C}"/>
          </ac:spMkLst>
        </pc:spChg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  <pc:spChg chg="mod">
          <ac:chgData name="Dragan Javorac" userId="913c2858-fb97-4c6e-a42c-b1f1a16b225e" providerId="ADAL" clId="{9F4756D4-19AA-4BFB-812C-6BAA87C5B402}" dt="2023-09-07T07:33:18.066" v="342" actId="20577"/>
          <ac:spMkLst>
            <pc:docMk/>
            <pc:sldMk cId="879271340" sldId="275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6:24.812" v="653" actId="14100"/>
          <ac:spMkLst>
            <pc:docMk/>
            <pc:sldMk cId="879271340" sldId="275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36:17.432" v="651" actId="20577"/>
          <ac:spMkLst>
            <pc:docMk/>
            <pc:sldMk cId="879271340" sldId="275"/>
            <ac:spMk id="8" creationId="{02EED54A-93A3-93F0-94A0-17739A535C05}"/>
          </ac:spMkLst>
        </pc:spChg>
        <pc:picChg chg="add mod modCrop">
          <ac:chgData name="Dragan Javorac" userId="913c2858-fb97-4c6e-a42c-b1f1a16b225e" providerId="ADAL" clId="{9F4756D4-19AA-4BFB-812C-6BAA87C5B402}" dt="2023-09-07T07:35:18.203" v="541" actId="1076"/>
          <ac:picMkLst>
            <pc:docMk/>
            <pc:sldMk cId="879271340" sldId="275"/>
            <ac:picMk id="5" creationId="{23470AEA-8295-EA0C-2E52-70FFB943D9DE}"/>
          </ac:picMkLst>
        </pc:picChg>
        <pc:picChg chg="add mod">
          <ac:chgData name="Dragan Javorac" userId="913c2858-fb97-4c6e-a42c-b1f1a16b225e" providerId="ADAL" clId="{9F4756D4-19AA-4BFB-812C-6BAA87C5B402}" dt="2023-09-07T07:35:16.647" v="540" actId="1076"/>
          <ac:picMkLst>
            <pc:docMk/>
            <pc:sldMk cId="879271340" sldId="275"/>
            <ac:picMk id="7" creationId="{1C321972-FFA7-DBEB-CCE3-9117C74FD4E4}"/>
          </ac:picMkLst>
        </pc:picChg>
      </pc:sldChg>
    </pc:docChg>
  </pc:docChgLst>
  <pc:docChgLst>
    <pc:chgData name="Dragan Javorac" userId="913c2858-fb97-4c6e-a42c-b1f1a16b225e" providerId="ADAL" clId="{7072D4CA-4047-4BE6-A30A-CB0753A5D7B7}"/>
    <pc:docChg chg="custSel addSld modSld">
      <pc:chgData name="Dragan Javorac" userId="913c2858-fb97-4c6e-a42c-b1f1a16b225e" providerId="ADAL" clId="{7072D4CA-4047-4BE6-A30A-CB0753A5D7B7}" dt="2023-10-05T06:34:53.986" v="72" actId="1076"/>
      <pc:docMkLst>
        <pc:docMk/>
      </pc:docMkLst>
      <pc:sldChg chg="modSp mod">
        <pc:chgData name="Dragan Javorac" userId="913c2858-fb97-4c6e-a42c-b1f1a16b225e" providerId="ADAL" clId="{7072D4CA-4047-4BE6-A30A-CB0753A5D7B7}" dt="2023-10-05T06:28:12.821" v="4" actId="14"/>
        <pc:sldMkLst>
          <pc:docMk/>
          <pc:sldMk cId="3209220919" sldId="293"/>
        </pc:sldMkLst>
        <pc:spChg chg="mod">
          <ac:chgData name="Dragan Javorac" userId="913c2858-fb97-4c6e-a42c-b1f1a16b225e" providerId="ADAL" clId="{7072D4CA-4047-4BE6-A30A-CB0753A5D7B7}" dt="2023-10-05T06:28:12.821" v="4" actId="14"/>
          <ac:spMkLst>
            <pc:docMk/>
            <pc:sldMk cId="3209220919" sldId="293"/>
            <ac:spMk id="3" creationId="{73F8797C-A226-7836-7AC1-7E1ADAA37B9C}"/>
          </ac:spMkLst>
        </pc:spChg>
      </pc:sldChg>
      <pc:sldChg chg="modSp mod">
        <pc:chgData name="Dragan Javorac" userId="913c2858-fb97-4c6e-a42c-b1f1a16b225e" providerId="ADAL" clId="{7072D4CA-4047-4BE6-A30A-CB0753A5D7B7}" dt="2023-10-05T06:31:05.994" v="35" actId="20577"/>
        <pc:sldMkLst>
          <pc:docMk/>
          <pc:sldMk cId="891455290" sldId="298"/>
        </pc:sldMkLst>
        <pc:spChg chg="mod">
          <ac:chgData name="Dragan Javorac" userId="913c2858-fb97-4c6e-a42c-b1f1a16b225e" providerId="ADAL" clId="{7072D4CA-4047-4BE6-A30A-CB0753A5D7B7}" dt="2023-10-05T06:31:05.994" v="35" actId="20577"/>
          <ac:spMkLst>
            <pc:docMk/>
            <pc:sldMk cId="891455290" sldId="298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7072D4CA-4047-4BE6-A30A-CB0753A5D7B7}" dt="2023-10-05T06:34:53.986" v="72" actId="1076"/>
        <pc:sldMkLst>
          <pc:docMk/>
          <pc:sldMk cId="1590069797" sldId="299"/>
        </pc:sldMkLst>
        <pc:spChg chg="mod">
          <ac:chgData name="Dragan Javorac" userId="913c2858-fb97-4c6e-a42c-b1f1a16b225e" providerId="ADAL" clId="{7072D4CA-4047-4BE6-A30A-CB0753A5D7B7}" dt="2023-10-05T06:34:03.843" v="65" actId="20577"/>
          <ac:spMkLst>
            <pc:docMk/>
            <pc:sldMk cId="1590069797" sldId="299"/>
            <ac:spMk id="2" creationId="{59249F84-7683-7A1C-A158-E9E5BD087E59}"/>
          </ac:spMkLst>
        </pc:spChg>
        <pc:spChg chg="del">
          <ac:chgData name="Dragan Javorac" userId="913c2858-fb97-4c6e-a42c-b1f1a16b225e" providerId="ADAL" clId="{7072D4CA-4047-4BE6-A30A-CB0753A5D7B7}" dt="2023-10-05T06:34:00.114" v="40" actId="478"/>
          <ac:spMkLst>
            <pc:docMk/>
            <pc:sldMk cId="1590069797" sldId="299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7072D4CA-4047-4BE6-A30A-CB0753A5D7B7}" dt="2023-10-05T06:34:05.638" v="66" actId="478"/>
          <ac:spMkLst>
            <pc:docMk/>
            <pc:sldMk cId="1590069797" sldId="299"/>
            <ac:spMk id="8" creationId="{EC5382E6-6F4B-60A5-D4C6-830E54623C5F}"/>
          </ac:spMkLst>
        </pc:spChg>
        <pc:picChg chg="del">
          <ac:chgData name="Dragan Javorac" userId="913c2858-fb97-4c6e-a42c-b1f1a16b225e" providerId="ADAL" clId="{7072D4CA-4047-4BE6-A30A-CB0753A5D7B7}" dt="2023-10-05T06:33:57.862" v="38" actId="478"/>
          <ac:picMkLst>
            <pc:docMk/>
            <pc:sldMk cId="1590069797" sldId="299"/>
            <ac:picMk id="5" creationId="{2207BFAA-F22E-35A5-FB4A-F76E2B74AED9}"/>
          </ac:picMkLst>
        </pc:picChg>
        <pc:picChg chg="add del mod">
          <ac:chgData name="Dragan Javorac" userId="913c2858-fb97-4c6e-a42c-b1f1a16b225e" providerId="ADAL" clId="{7072D4CA-4047-4BE6-A30A-CB0753A5D7B7}" dt="2023-10-05T06:34:51.706" v="70" actId="478"/>
          <ac:picMkLst>
            <pc:docMk/>
            <pc:sldMk cId="1590069797" sldId="299"/>
            <ac:picMk id="6" creationId="{11C92413-7DAD-B94E-10D3-AB555E385250}"/>
          </ac:picMkLst>
        </pc:picChg>
        <pc:picChg chg="add mod">
          <ac:chgData name="Dragan Javorac" userId="913c2858-fb97-4c6e-a42c-b1f1a16b225e" providerId="ADAL" clId="{7072D4CA-4047-4BE6-A30A-CB0753A5D7B7}" dt="2023-10-05T06:34:28.644" v="69" actId="1076"/>
          <ac:picMkLst>
            <pc:docMk/>
            <pc:sldMk cId="1590069797" sldId="299"/>
            <ac:picMk id="10" creationId="{EAA9BDB9-6AA5-58D6-BE41-54CE97496B50}"/>
          </ac:picMkLst>
        </pc:picChg>
        <pc:picChg chg="add mod">
          <ac:chgData name="Dragan Javorac" userId="913c2858-fb97-4c6e-a42c-b1f1a16b225e" providerId="ADAL" clId="{7072D4CA-4047-4BE6-A30A-CB0753A5D7B7}" dt="2023-10-05T06:34:53.986" v="72" actId="1076"/>
          <ac:picMkLst>
            <pc:docMk/>
            <pc:sldMk cId="1590069797" sldId="299"/>
            <ac:picMk id="12" creationId="{49983B12-E015-5824-84D7-15B52DE65C1C}"/>
          </ac:picMkLst>
        </pc:picChg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  <pc:spChg chg="mod">
          <ac:chgData name="Dragan Javorac" userId="913c2858-fb97-4c6e-a42c-b1f1a16b225e" providerId="ADAL" clId="{F1477162-E3B9-4B3F-B801-B097DA74C41A}" dt="2023-07-04T07:36:09.113" v="23" actId="12789"/>
          <ac:spMkLst>
            <pc:docMk/>
            <pc:sldMk cId="3811378203" sldId="256"/>
            <ac:spMk id="2" creationId="{078B7A23-90F0-99CA-4080-9110B0259409}"/>
          </ac:spMkLst>
        </pc:spChg>
        <pc:spChg chg="mod">
          <ac:chgData name="Dragan Javorac" userId="913c2858-fb97-4c6e-a42c-b1f1a16b225e" providerId="ADAL" clId="{F1477162-E3B9-4B3F-B801-B097DA74C41A}" dt="2023-07-04T07:36:15.334" v="24" actId="1076"/>
          <ac:spMkLst>
            <pc:docMk/>
            <pc:sldMk cId="3811378203" sldId="256"/>
            <ac:spMk id="3" creationId="{414EDD6F-592F-340B-435C-61829CBE0859}"/>
          </ac:spMkLst>
        </pc:spChg>
        <pc:picChg chg="add del mod ord modCrop">
          <ac:chgData name="Dragan Javorac" userId="913c2858-fb97-4c6e-a42c-b1f1a16b225e" providerId="ADAL" clId="{F1477162-E3B9-4B3F-B801-B097DA74C41A}" dt="2023-07-04T07:36:55.736" v="29" actId="478"/>
          <ac:picMkLst>
            <pc:docMk/>
            <pc:sldMk cId="3811378203" sldId="256"/>
            <ac:picMk id="7" creationId="{1FBE493F-EEAA-4752-0DFD-B10D519F71EB}"/>
          </ac:picMkLst>
        </pc:picChg>
        <pc:picChg chg="add mod">
          <ac:chgData name="Dragan Javorac" userId="913c2858-fb97-4c6e-a42c-b1f1a16b225e" providerId="ADAL" clId="{F1477162-E3B9-4B3F-B801-B097DA74C41A}" dt="2023-07-04T07:38:13.736" v="32" actId="1076"/>
          <ac:picMkLst>
            <pc:docMk/>
            <pc:sldMk cId="3811378203" sldId="256"/>
            <ac:picMk id="9" creationId="{96116168-2181-71A6-355A-7965A2F2EA37}"/>
          </ac:picMkLst>
        </pc:picChg>
        <pc:picChg chg="add mod">
          <ac:chgData name="Dragan Javorac" userId="913c2858-fb97-4c6e-a42c-b1f1a16b225e" providerId="ADAL" clId="{F1477162-E3B9-4B3F-B801-B097DA74C41A}" dt="2023-07-04T07:38:22.953" v="36" actId="14100"/>
          <ac:picMkLst>
            <pc:docMk/>
            <pc:sldMk cId="3811378203" sldId="256"/>
            <ac:picMk id="11" creationId="{DBC3793F-34D2-2A48-8136-85C3399EB66D}"/>
          </ac:picMkLst>
        </pc:picChg>
        <pc:picChg chg="add mod">
          <ac:chgData name="Dragan Javorac" userId="913c2858-fb97-4c6e-a42c-b1f1a16b225e" providerId="ADAL" clId="{F1477162-E3B9-4B3F-B801-B097DA74C41A}" dt="2023-07-04T07:38:32.836" v="40" actId="1076"/>
          <ac:picMkLst>
            <pc:docMk/>
            <pc:sldMk cId="3811378203" sldId="256"/>
            <ac:picMk id="13" creationId="{DE3BB3A5-7D5F-4516-6902-4C66ADA56D18}"/>
          </ac:picMkLst>
        </pc:picChg>
        <pc:picChg chg="add mod">
          <ac:chgData name="Dragan Javorac" userId="913c2858-fb97-4c6e-a42c-b1f1a16b225e" providerId="ADAL" clId="{F1477162-E3B9-4B3F-B801-B097DA74C41A}" dt="2023-07-04T07:38:40.296" v="43" actId="1076"/>
          <ac:picMkLst>
            <pc:docMk/>
            <pc:sldMk cId="3811378203" sldId="256"/>
            <ac:picMk id="15" creationId="{779147A7-AD8B-8270-F994-7EC634D96E98}"/>
          </ac:picMkLst>
        </pc:picChg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  <pc:spChg chg="mod">
          <ac:chgData name="Dragan Javorac" userId="913c2858-fb97-4c6e-a42c-b1f1a16b225e" providerId="ADAL" clId="{F1477162-E3B9-4B3F-B801-B097DA74C41A}" dt="2023-07-04T07:38:48.730" v="6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7:39:19.018" v="205" actId="20577"/>
          <ac:spMkLst>
            <pc:docMk/>
            <pc:sldMk cId="3300743470" sldId="257"/>
            <ac:spMk id="3" creationId="{73F8797C-A226-7836-7AC1-7E1ADAA37B9C}"/>
          </ac:spMkLst>
        </pc:spChg>
        <pc:picChg chg="add mod">
          <ac:chgData name="Dragan Javorac" userId="913c2858-fb97-4c6e-a42c-b1f1a16b225e" providerId="ADAL" clId="{F1477162-E3B9-4B3F-B801-B097DA74C41A}" dt="2023-07-04T07:42:39.155" v="208" actId="1076"/>
          <ac:picMkLst>
            <pc:docMk/>
            <pc:sldMk cId="3300743470" sldId="257"/>
            <ac:picMk id="5" creationId="{A9F66CE4-375D-5102-0A16-8D4B1EC598AE}"/>
          </ac:picMkLst>
        </pc:picChg>
        <pc:picChg chg="add del mod">
          <ac:chgData name="Dragan Javorac" userId="913c2858-fb97-4c6e-a42c-b1f1a16b225e" providerId="ADAL" clId="{F1477162-E3B9-4B3F-B801-B097DA74C41A}" dt="2023-07-04T08:19:30.548" v="211" actId="478"/>
          <ac:picMkLst>
            <pc:docMk/>
            <pc:sldMk cId="3300743470" sldId="257"/>
            <ac:picMk id="7" creationId="{6F84FAAF-C160-1F8B-9477-73AD35233D72}"/>
          </ac:picMkLst>
        </pc:picChg>
        <pc:picChg chg="add mod">
          <ac:chgData name="Dragan Javorac" userId="913c2858-fb97-4c6e-a42c-b1f1a16b225e" providerId="ADAL" clId="{F1477162-E3B9-4B3F-B801-B097DA74C41A}" dt="2023-07-04T08:19:44.170" v="213" actId="1076"/>
          <ac:picMkLst>
            <pc:docMk/>
            <pc:sldMk cId="3300743470" sldId="257"/>
            <ac:picMk id="9" creationId="{D52E5762-374D-C607-2134-836E0D5AEC18}"/>
          </ac:picMkLst>
        </pc:picChg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  <pc:spChg chg="mod">
          <ac:chgData name="Dragan Javorac" userId="913c2858-fb97-4c6e-a42c-b1f1a16b225e" providerId="ADAL" clId="{F1477162-E3B9-4B3F-B801-B097DA74C41A}" dt="2023-07-04T08:19:54.724" v="243" actId="20577"/>
          <ac:spMkLst>
            <pc:docMk/>
            <pc:sldMk cId="1976930380" sldId="258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8:20:14.080" v="309" actId="5793"/>
          <ac:spMkLst>
            <pc:docMk/>
            <pc:sldMk cId="1976930380" sldId="258"/>
            <ac:spMk id="3" creationId="{73F8797C-A226-7836-7AC1-7E1ADAA37B9C}"/>
          </ac:spMkLst>
        </pc:spChg>
      </pc:sldChg>
    </pc:docChg>
  </pc:docChgLst>
  <pc:docChgLst>
    <pc:chgData name="Dragan Javorac" userId="913c2858-fb97-4c6e-a42c-b1f1a16b225e" providerId="ADAL" clId="{025B15E3-9ABC-4373-B876-507F0584FD52}"/>
    <pc:docChg chg="undo custSel addSld delSld modSld sldOrd">
      <pc:chgData name="Dragan Javorac" userId="913c2858-fb97-4c6e-a42c-b1f1a16b225e" providerId="ADAL" clId="{025B15E3-9ABC-4373-B876-507F0584FD52}" dt="2023-11-02T07:35:54.070" v="1056"/>
      <pc:docMkLst>
        <pc:docMk/>
      </pc:docMkLst>
      <pc:sldChg chg="addSp delSp modSp add mod ord">
        <pc:chgData name="Dragan Javorac" userId="913c2858-fb97-4c6e-a42c-b1f1a16b225e" providerId="ADAL" clId="{025B15E3-9ABC-4373-B876-507F0584FD52}" dt="2023-11-01T14:00:59.284" v="717" actId="21"/>
        <pc:sldMkLst>
          <pc:docMk/>
          <pc:sldMk cId="1396443287" sldId="267"/>
        </pc:sldMkLst>
        <pc:spChg chg="mod">
          <ac:chgData name="Dragan Javorac" userId="913c2858-fb97-4c6e-a42c-b1f1a16b225e" providerId="ADAL" clId="{025B15E3-9ABC-4373-B876-507F0584FD52}" dt="2023-11-01T13:58:55.729" v="582" actId="20577"/>
          <ac:spMkLst>
            <pc:docMk/>
            <pc:sldMk cId="1396443287" sldId="267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025B15E3-9ABC-4373-B876-507F0584FD52}" dt="2023-11-01T14:00:59.284" v="717" actId="21"/>
          <ac:spMkLst>
            <pc:docMk/>
            <pc:sldMk cId="1396443287" sldId="267"/>
            <ac:spMk id="4" creationId="{35B079CF-443D-ECF9-85AB-DF4D4B2E0233}"/>
          </ac:spMkLst>
        </pc:spChg>
      </pc:sldChg>
      <pc:sldChg chg="addSp delSp modSp mod">
        <pc:chgData name="Dragan Javorac" userId="913c2858-fb97-4c6e-a42c-b1f1a16b225e" providerId="ADAL" clId="{025B15E3-9ABC-4373-B876-507F0584FD52}" dt="2023-11-01T13:59:20.872" v="600" actId="20577"/>
        <pc:sldMkLst>
          <pc:docMk/>
          <pc:sldMk cId="1590069797" sldId="299"/>
        </pc:sldMkLst>
        <pc:spChg chg="mod">
          <ac:chgData name="Dragan Javorac" userId="913c2858-fb97-4c6e-a42c-b1f1a16b225e" providerId="ADAL" clId="{025B15E3-9ABC-4373-B876-507F0584FD52}" dt="2023-11-01T13:58:03.732" v="483" actId="20577"/>
          <ac:spMkLst>
            <pc:docMk/>
            <pc:sldMk cId="1590069797" sldId="299"/>
            <ac:spMk id="2" creationId="{59249F84-7683-7A1C-A158-E9E5BD087E59}"/>
          </ac:spMkLst>
        </pc:spChg>
        <pc:spChg chg="add mod">
          <ac:chgData name="Dragan Javorac" userId="913c2858-fb97-4c6e-a42c-b1f1a16b225e" providerId="ADAL" clId="{025B15E3-9ABC-4373-B876-507F0584FD52}" dt="2023-11-01T13:59:20.872" v="600" actId="20577"/>
          <ac:spMkLst>
            <pc:docMk/>
            <pc:sldMk cId="1590069797" sldId="299"/>
            <ac:spMk id="5" creationId="{DF4B7161-B1CB-6315-4352-0E6E9396DEEE}"/>
          </ac:spMkLst>
        </pc:spChg>
        <pc:picChg chg="add mod">
          <ac:chgData name="Dragan Javorac" userId="913c2858-fb97-4c6e-a42c-b1f1a16b225e" providerId="ADAL" clId="{025B15E3-9ABC-4373-B876-507F0584FD52}" dt="2023-11-01T13:58:06.576" v="484" actId="1076"/>
          <ac:picMkLst>
            <pc:docMk/>
            <pc:sldMk cId="1590069797" sldId="299"/>
            <ac:picMk id="3" creationId="{20B3D274-AB61-7532-1BBB-00ABCC64A511}"/>
          </ac:picMkLst>
        </pc:picChg>
        <pc:picChg chg="add mod">
          <ac:chgData name="Dragan Javorac" userId="913c2858-fb97-4c6e-a42c-b1f1a16b225e" providerId="ADAL" clId="{025B15E3-9ABC-4373-B876-507F0584FD52}" dt="2023-11-01T13:58:06.576" v="484" actId="1076"/>
          <ac:picMkLst>
            <pc:docMk/>
            <pc:sldMk cId="1590069797" sldId="299"/>
            <ac:picMk id="4" creationId="{01C7362E-FEAD-0D23-18C9-94010CFC186B}"/>
          </ac:picMkLst>
        </pc:picChg>
        <pc:picChg chg="del">
          <ac:chgData name="Dragan Javorac" userId="913c2858-fb97-4c6e-a42c-b1f1a16b225e" providerId="ADAL" clId="{025B15E3-9ABC-4373-B876-507F0584FD52}" dt="2023-11-01T13:53:29.625" v="0" actId="478"/>
          <ac:picMkLst>
            <pc:docMk/>
            <pc:sldMk cId="1590069797" sldId="299"/>
            <ac:picMk id="10" creationId="{EAA9BDB9-6AA5-58D6-BE41-54CE97496B50}"/>
          </ac:picMkLst>
        </pc:picChg>
        <pc:picChg chg="del">
          <ac:chgData name="Dragan Javorac" userId="913c2858-fb97-4c6e-a42c-b1f1a16b225e" providerId="ADAL" clId="{025B15E3-9ABC-4373-B876-507F0584FD52}" dt="2023-11-01T13:53:29.625" v="0" actId="478"/>
          <ac:picMkLst>
            <pc:docMk/>
            <pc:sldMk cId="1590069797" sldId="299"/>
            <ac:picMk id="12" creationId="{49983B12-E015-5824-84D7-15B52DE65C1C}"/>
          </ac:picMkLst>
        </pc:picChg>
      </pc:sldChg>
      <pc:sldChg chg="addSp modSp add del mod">
        <pc:chgData name="Dragan Javorac" userId="913c2858-fb97-4c6e-a42c-b1f1a16b225e" providerId="ADAL" clId="{025B15E3-9ABC-4373-B876-507F0584FD52}" dt="2023-11-01T13:54:31.366" v="109" actId="47"/>
        <pc:sldMkLst>
          <pc:docMk/>
          <pc:sldMk cId="2650540030" sldId="300"/>
        </pc:sldMkLst>
        <pc:spChg chg="mod">
          <ac:chgData name="Dragan Javorac" userId="913c2858-fb97-4c6e-a42c-b1f1a16b225e" providerId="ADAL" clId="{025B15E3-9ABC-4373-B876-507F0584FD52}" dt="2023-11-01T13:53:38.875" v="23" actId="20577"/>
          <ac:spMkLst>
            <pc:docMk/>
            <pc:sldMk cId="2650540030" sldId="300"/>
            <ac:spMk id="2" creationId="{59249F84-7683-7A1C-A158-E9E5BD087E59}"/>
          </ac:spMkLst>
        </pc:spChg>
        <pc:spChg chg="add mod">
          <ac:chgData name="Dragan Javorac" userId="913c2858-fb97-4c6e-a42c-b1f1a16b225e" providerId="ADAL" clId="{025B15E3-9ABC-4373-B876-507F0584FD52}" dt="2023-11-01T13:54:13.827" v="100" actId="14100"/>
          <ac:spMkLst>
            <pc:docMk/>
            <pc:sldMk cId="2650540030" sldId="300"/>
            <ac:spMk id="3" creationId="{4B345A68-C00C-F56B-31D9-51076AD9EDEA}"/>
          </ac:spMkLst>
        </pc:spChg>
      </pc:sldChg>
      <pc:sldChg chg="addSp delSp modSp new mod">
        <pc:chgData name="Dragan Javorac" userId="913c2858-fb97-4c6e-a42c-b1f1a16b225e" providerId="ADAL" clId="{025B15E3-9ABC-4373-B876-507F0584FD52}" dt="2023-11-01T14:01:55.517" v="823" actId="207"/>
        <pc:sldMkLst>
          <pc:docMk/>
          <pc:sldMk cId="2613621995" sldId="301"/>
        </pc:sldMkLst>
        <pc:spChg chg="mod">
          <ac:chgData name="Dragan Javorac" userId="913c2858-fb97-4c6e-a42c-b1f1a16b225e" providerId="ADAL" clId="{025B15E3-9ABC-4373-B876-507F0584FD52}" dt="2023-11-01T13:54:25.874" v="103"/>
          <ac:spMkLst>
            <pc:docMk/>
            <pc:sldMk cId="2613621995" sldId="301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1T14:01:55.517" v="823" actId="207"/>
          <ac:spMkLst>
            <pc:docMk/>
            <pc:sldMk cId="2613621995" sldId="301"/>
            <ac:spMk id="3" creationId="{13796046-AD80-1628-AD0C-EF735130D711}"/>
          </ac:spMkLst>
        </pc:spChg>
        <pc:spChg chg="add mod">
          <ac:chgData name="Dragan Javorac" userId="913c2858-fb97-4c6e-a42c-b1f1a16b225e" providerId="ADAL" clId="{025B15E3-9ABC-4373-B876-507F0584FD52}" dt="2023-11-01T14:01:35.320" v="769" actId="1076"/>
          <ac:spMkLst>
            <pc:docMk/>
            <pc:sldMk cId="2613621995" sldId="301"/>
            <ac:spMk id="10" creationId="{A7AA3973-7CC5-0E77-9D0C-3ADC9765D0CF}"/>
          </ac:spMkLst>
        </pc:spChg>
        <pc:picChg chg="add del">
          <ac:chgData name="Dragan Javorac" userId="913c2858-fb97-4c6e-a42c-b1f1a16b225e" providerId="ADAL" clId="{025B15E3-9ABC-4373-B876-507F0584FD52}" dt="2023-11-01T13:55:30.725" v="113" actId="21"/>
          <ac:picMkLst>
            <pc:docMk/>
            <pc:sldMk cId="2613621995" sldId="301"/>
            <ac:picMk id="5" creationId="{B5850C2C-9327-8894-A47D-B7D287B428B1}"/>
          </ac:picMkLst>
        </pc:picChg>
        <pc:picChg chg="add del mod">
          <ac:chgData name="Dragan Javorac" userId="913c2858-fb97-4c6e-a42c-b1f1a16b225e" providerId="ADAL" clId="{025B15E3-9ABC-4373-B876-507F0584FD52}" dt="2023-11-01T13:55:30.725" v="113" actId="21"/>
          <ac:picMkLst>
            <pc:docMk/>
            <pc:sldMk cId="2613621995" sldId="301"/>
            <ac:picMk id="7" creationId="{F5F02CFE-0D3A-08BF-6E92-8F6F64E7A02E}"/>
          </ac:picMkLst>
        </pc:picChg>
        <pc:picChg chg="add del mod">
          <ac:chgData name="Dragan Javorac" userId="913c2858-fb97-4c6e-a42c-b1f1a16b225e" providerId="ADAL" clId="{025B15E3-9ABC-4373-B876-507F0584FD52}" dt="2023-11-01T13:56:36.586" v="237"/>
          <ac:picMkLst>
            <pc:docMk/>
            <pc:sldMk cId="2613621995" sldId="301"/>
            <ac:picMk id="8" creationId="{0981EFF8-7296-51BB-95DE-72FDC184F414}"/>
          </ac:picMkLst>
        </pc:picChg>
        <pc:picChg chg="add del mod">
          <ac:chgData name="Dragan Javorac" userId="913c2858-fb97-4c6e-a42c-b1f1a16b225e" providerId="ADAL" clId="{025B15E3-9ABC-4373-B876-507F0584FD52}" dt="2023-11-01T13:56:36.586" v="237"/>
          <ac:picMkLst>
            <pc:docMk/>
            <pc:sldMk cId="2613621995" sldId="301"/>
            <ac:picMk id="9" creationId="{BC8FB8DB-DE79-B362-40D8-F01FBBE0DDAD}"/>
          </ac:picMkLst>
        </pc:picChg>
      </pc:sldChg>
      <pc:sldChg chg="delSp modSp add mod">
        <pc:chgData name="Dragan Javorac" userId="913c2858-fb97-4c6e-a42c-b1f1a16b225e" providerId="ADAL" clId="{025B15E3-9ABC-4373-B876-507F0584FD52}" dt="2023-11-01T14:03:03.578" v="987" actId="20577"/>
        <pc:sldMkLst>
          <pc:docMk/>
          <pc:sldMk cId="2855424024" sldId="302"/>
        </pc:sldMkLst>
        <pc:spChg chg="mod">
          <ac:chgData name="Dragan Javorac" userId="913c2858-fb97-4c6e-a42c-b1f1a16b225e" providerId="ADAL" clId="{025B15E3-9ABC-4373-B876-507F0584FD52}" dt="2023-11-01T14:02:03.775" v="838" actId="20577"/>
          <ac:spMkLst>
            <pc:docMk/>
            <pc:sldMk cId="2855424024" sldId="302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1T14:03:03.578" v="987" actId="20577"/>
          <ac:spMkLst>
            <pc:docMk/>
            <pc:sldMk cId="2855424024" sldId="302"/>
            <ac:spMk id="3" creationId="{13796046-AD80-1628-AD0C-EF735130D711}"/>
          </ac:spMkLst>
        </pc:spChg>
        <pc:spChg chg="del">
          <ac:chgData name="Dragan Javorac" userId="913c2858-fb97-4c6e-a42c-b1f1a16b225e" providerId="ADAL" clId="{025B15E3-9ABC-4373-B876-507F0584FD52}" dt="2023-11-01T14:02:05.759" v="839" actId="478"/>
          <ac:spMkLst>
            <pc:docMk/>
            <pc:sldMk cId="2855424024" sldId="302"/>
            <ac:spMk id="10" creationId="{A7AA3973-7CC5-0E77-9D0C-3ADC9765D0CF}"/>
          </ac:spMkLst>
        </pc:spChg>
      </pc:sldChg>
      <pc:sldChg chg="modSp add mod">
        <pc:chgData name="Dragan Javorac" userId="913c2858-fb97-4c6e-a42c-b1f1a16b225e" providerId="ADAL" clId="{025B15E3-9ABC-4373-B876-507F0584FD52}" dt="2023-11-02T07:35:54.070" v="1056"/>
        <pc:sldMkLst>
          <pc:docMk/>
          <pc:sldMk cId="1096269006" sldId="303"/>
        </pc:sldMkLst>
        <pc:spChg chg="mod">
          <ac:chgData name="Dragan Javorac" userId="913c2858-fb97-4c6e-a42c-b1f1a16b225e" providerId="ADAL" clId="{025B15E3-9ABC-4373-B876-507F0584FD52}" dt="2023-11-02T07:29:01.458" v="1000" actId="20577"/>
          <ac:spMkLst>
            <pc:docMk/>
            <pc:sldMk cId="1096269006" sldId="303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2T07:35:54.070" v="1056"/>
          <ac:spMkLst>
            <pc:docMk/>
            <pc:sldMk cId="1096269006" sldId="303"/>
            <ac:spMk id="3" creationId="{13796046-AD80-1628-AD0C-EF735130D711}"/>
          </ac:spMkLst>
        </pc:spChg>
      </pc:sldChg>
      <pc:sldChg chg="modSp add mod">
        <pc:chgData name="Dragan Javorac" userId="913c2858-fb97-4c6e-a42c-b1f1a16b225e" providerId="ADAL" clId="{025B15E3-9ABC-4373-B876-507F0584FD52}" dt="2023-11-02T07:35:25.182" v="1052" actId="27636"/>
        <pc:sldMkLst>
          <pc:docMk/>
          <pc:sldMk cId="3880103211" sldId="304"/>
        </pc:sldMkLst>
        <pc:spChg chg="mod">
          <ac:chgData name="Dragan Javorac" userId="913c2858-fb97-4c6e-a42c-b1f1a16b225e" providerId="ADAL" clId="{025B15E3-9ABC-4373-B876-507F0584FD52}" dt="2023-11-02T07:30:36.244" v="1005" actId="20577"/>
          <ac:spMkLst>
            <pc:docMk/>
            <pc:sldMk cId="3880103211" sldId="304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2T07:35:25.182" v="1052" actId="27636"/>
          <ac:spMkLst>
            <pc:docMk/>
            <pc:sldMk cId="3880103211" sldId="304"/>
            <ac:spMk id="3" creationId="{13796046-AD80-1628-AD0C-EF735130D71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2-11-2023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Vak halen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23149" cy="4733795"/>
          </a:xfrm>
        </p:spPr>
        <p:txBody>
          <a:bodyPr>
            <a:normAutofit/>
          </a:bodyPr>
          <a:lstStyle/>
          <a:p>
            <a:r>
              <a:rPr lang="nl-NL" dirty="0"/>
              <a:t>Alle opgaven gemaakt</a:t>
            </a:r>
          </a:p>
          <a:p>
            <a:pPr lvl="1"/>
            <a:r>
              <a:rPr lang="nl-NL" dirty="0"/>
              <a:t>Foutje hier en daar kan</a:t>
            </a:r>
          </a:p>
          <a:p>
            <a:pPr lvl="1"/>
            <a:r>
              <a:rPr lang="nl-NL" dirty="0"/>
              <a:t>Zolang het niet teveel is</a:t>
            </a:r>
          </a:p>
          <a:p>
            <a:pPr lvl="1"/>
            <a:r>
              <a:rPr lang="nl-NL" dirty="0"/>
              <a:t>Check je werk!!</a:t>
            </a:r>
          </a:p>
          <a:p>
            <a:endParaRPr lang="nl-NL" dirty="0"/>
          </a:p>
          <a:p>
            <a:r>
              <a:rPr lang="nl-NL" dirty="0"/>
              <a:t>Werkhouding minimaal een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15E6-C33E-423F-4BB2-BC7E20E15E9B}"/>
              </a:ext>
            </a:extLst>
          </p:cNvPr>
          <p:cNvSpPr txBox="1"/>
          <p:nvPr/>
        </p:nvSpPr>
        <p:spPr>
          <a:xfrm>
            <a:off x="5661349" y="44544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644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moest af?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3D274-AB61-7532-1BBB-00ABCC64A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2017803"/>
            <a:ext cx="10620375" cy="923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C7362E-FEAD-0D23-18C9-94010CFC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2" y="3366542"/>
            <a:ext cx="4200525" cy="97155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4B7161-B1CB-6315-4352-0E6E9396D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08" y="4493623"/>
            <a:ext cx="10430691" cy="1683340"/>
          </a:xfrm>
        </p:spPr>
        <p:txBody>
          <a:bodyPr>
            <a:normAutofit/>
          </a:bodyPr>
          <a:lstStyle/>
          <a:p>
            <a:r>
              <a:rPr lang="nl-NL" dirty="0"/>
              <a:t>Nieuwe lessen</a:t>
            </a:r>
          </a:p>
          <a:p>
            <a:pPr lvl="1"/>
            <a:r>
              <a:rPr lang="nl-NL" dirty="0"/>
              <a:t>Ik heb al wat opdrachten weggelaten (week 7)</a:t>
            </a:r>
          </a:p>
        </p:txBody>
      </p:sp>
    </p:spTree>
    <p:extLst>
      <p:ext uri="{BB962C8B-B14F-4D97-AF65-F5344CB8AC3E}">
        <p14:creationId xmlns:p14="http://schemas.microsoft.com/office/powerpoint/2010/main" val="159006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9232-FF86-03B9-AF47-025C051E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 beoordeling!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6046-AD80-1628-AD0C-EF735130D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Gezien de status:</a:t>
            </a:r>
          </a:p>
          <a:p>
            <a:pPr lvl="1"/>
            <a:r>
              <a:rPr lang="nl-N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Tijd</a:t>
            </a:r>
            <a:r>
              <a:rPr lang="nl-NL" dirty="0"/>
              <a:t> wordt een dingetje</a:t>
            </a:r>
          </a:p>
          <a:p>
            <a:pPr lvl="1"/>
            <a:r>
              <a:rPr lang="nl-NL" dirty="0"/>
              <a:t>Ik roep studenten naar voren</a:t>
            </a:r>
          </a:p>
          <a:p>
            <a:endParaRPr lang="nl-NL" dirty="0"/>
          </a:p>
          <a:p>
            <a:r>
              <a:rPr lang="nl-NL" dirty="0"/>
              <a:t>Zorg:</a:t>
            </a:r>
          </a:p>
          <a:p>
            <a:pPr lvl="1"/>
            <a:r>
              <a:rPr lang="nl-NL" dirty="0"/>
              <a:t>dat je </a:t>
            </a:r>
            <a:r>
              <a:rPr lang="nl-NL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nu meteen </a:t>
            </a:r>
            <a:r>
              <a:rPr lang="nl-NL" u="sng" dirty="0"/>
              <a:t>alles</a:t>
            </a:r>
            <a:r>
              <a:rPr lang="nl-NL" dirty="0"/>
              <a:t> in git zet</a:t>
            </a:r>
          </a:p>
          <a:p>
            <a:pPr lvl="2"/>
            <a:r>
              <a:rPr lang="nl-NL" dirty="0"/>
              <a:t>Als je iets nieuws afkrijgt, </a:t>
            </a:r>
            <a:r>
              <a:rPr lang="nl-N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meteen in git</a:t>
            </a:r>
            <a:r>
              <a:rPr lang="nl-NL" dirty="0"/>
              <a:t>!</a:t>
            </a:r>
          </a:p>
          <a:p>
            <a:pPr lvl="2"/>
            <a:r>
              <a:rPr lang="nl-NL" dirty="0"/>
              <a:t>Zorg dat je git </a:t>
            </a:r>
            <a:r>
              <a:rPr lang="nl-N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LEESBAAR</a:t>
            </a:r>
            <a:r>
              <a:rPr lang="nl-NL" dirty="0"/>
              <a:t> voor mij is </a:t>
            </a:r>
            <a:r>
              <a:rPr lang="nl-NL" i="1" dirty="0"/>
              <a:t>(</a:t>
            </a:r>
            <a:r>
              <a:rPr lang="nl-NL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niet te lezen toetsen worden ook niet nagekeken toch?</a:t>
            </a:r>
            <a:r>
              <a:rPr lang="nl-NL" i="1" dirty="0"/>
              <a:t>)</a:t>
            </a:r>
          </a:p>
          <a:p>
            <a:pPr lvl="5"/>
            <a:endParaRPr lang="nl-NL" dirty="0"/>
          </a:p>
          <a:p>
            <a:pPr lvl="1"/>
            <a:r>
              <a:rPr lang="nl-NL" dirty="0"/>
              <a:t>Je de </a:t>
            </a:r>
            <a:r>
              <a:rPr lang="nl-N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tijd</a:t>
            </a:r>
            <a:r>
              <a:rPr lang="nl-NL" dirty="0"/>
              <a:t> nog </a:t>
            </a:r>
            <a:r>
              <a:rPr lang="nl-N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gebruikt</a:t>
            </a:r>
            <a:r>
              <a:rPr lang="nl-NL" dirty="0"/>
              <a:t> deze les</a:t>
            </a:r>
          </a:p>
          <a:p>
            <a:pPr lvl="2"/>
            <a:r>
              <a:rPr lang="nl-NL" dirty="0"/>
              <a:t>Niet af? Volgende week herkansing!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A7AA3973-7CC5-0E77-9D0C-3ADC9765D0CF}"/>
              </a:ext>
            </a:extLst>
          </p:cNvPr>
          <p:cNvSpPr/>
          <p:nvPr/>
        </p:nvSpPr>
        <p:spPr>
          <a:xfrm>
            <a:off x="7412549" y="1606050"/>
            <a:ext cx="4324428" cy="1393372"/>
          </a:xfrm>
          <a:prstGeom prst="snip2DiagRect">
            <a:avLst>
              <a:gd name="adj1" fmla="val 0"/>
              <a:gd name="adj2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Heb je alles af?</a:t>
            </a:r>
          </a:p>
          <a:p>
            <a:r>
              <a:rPr lang="nl-NL" dirty="0"/>
              <a:t>Nice! </a:t>
            </a:r>
          </a:p>
          <a:p>
            <a:r>
              <a:rPr lang="nl-NL" dirty="0"/>
              <a:t>Volgende week hoef je niet naar dit vak te komen</a:t>
            </a:r>
          </a:p>
        </p:txBody>
      </p:sp>
    </p:spTree>
    <p:extLst>
      <p:ext uri="{BB962C8B-B14F-4D97-AF65-F5344CB8AC3E}">
        <p14:creationId xmlns:p14="http://schemas.microsoft.com/office/powerpoint/2010/main" val="2613621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9232-FF86-03B9-AF47-025C051E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Studie groepen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6046-AD80-1628-AD0C-EF735130D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We gaan studie groepen maken.</a:t>
            </a:r>
          </a:p>
          <a:p>
            <a:pPr lvl="1"/>
            <a:r>
              <a:rPr lang="nl-NL" dirty="0"/>
              <a:t>Help elkaar en werk samen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Dus niet over:</a:t>
            </a:r>
          </a:p>
          <a:p>
            <a:pPr lvl="1"/>
            <a:r>
              <a:rPr lang="nl-NL"/>
              <a:t>het </a:t>
            </a:r>
            <a:r>
              <a:rPr lang="nl-NL" dirty="0"/>
              <a:t>weekend</a:t>
            </a:r>
          </a:p>
          <a:p>
            <a:pPr lvl="1"/>
            <a:r>
              <a:rPr lang="nl-NL" dirty="0"/>
              <a:t>Games</a:t>
            </a:r>
          </a:p>
          <a:p>
            <a:pPr lvl="1"/>
            <a:r>
              <a:rPr lang="nl-NL" dirty="0" err="1"/>
              <a:t>etc</a:t>
            </a:r>
            <a:r>
              <a:rPr lang="nl-NL" dirty="0"/>
              <a:t> praten ;)</a:t>
            </a:r>
          </a:p>
        </p:txBody>
      </p:sp>
    </p:spTree>
    <p:extLst>
      <p:ext uri="{BB962C8B-B14F-4D97-AF65-F5344CB8AC3E}">
        <p14:creationId xmlns:p14="http://schemas.microsoft.com/office/powerpoint/2010/main" val="285542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9232-FF86-03B9-AF47-025C051E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Groepen SD2C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6046-AD80-1628-AD0C-EF735130D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nl-NL" dirty="0" err="1"/>
              <a:t>Awes</a:t>
            </a:r>
            <a:r>
              <a:rPr lang="nl-NL" dirty="0"/>
              <a:t> &amp; Ho-</a:t>
            </a:r>
            <a:r>
              <a:rPr lang="nl-NL" dirty="0" err="1"/>
              <a:t>Ying</a:t>
            </a:r>
            <a:endParaRPr lang="nl-NL" dirty="0"/>
          </a:p>
          <a:p>
            <a:r>
              <a:rPr lang="nl-NL" dirty="0"/>
              <a:t>Amber &amp; Jari</a:t>
            </a:r>
          </a:p>
          <a:p>
            <a:r>
              <a:rPr lang="nl-NL" dirty="0"/>
              <a:t>Mucahid &amp; Eric</a:t>
            </a:r>
          </a:p>
          <a:p>
            <a:r>
              <a:rPr lang="nl-NL" dirty="0" err="1"/>
              <a:t>Yessin</a:t>
            </a:r>
            <a:r>
              <a:rPr lang="nl-NL" dirty="0"/>
              <a:t> &amp; Tygo</a:t>
            </a:r>
          </a:p>
          <a:p>
            <a:r>
              <a:rPr lang="nl-NL" dirty="0"/>
              <a:t>Joaquin &amp; </a:t>
            </a:r>
            <a:r>
              <a:rPr lang="nl-NL" dirty="0" err="1"/>
              <a:t>Judensio</a:t>
            </a:r>
            <a:endParaRPr lang="nl-NL" dirty="0"/>
          </a:p>
          <a:p>
            <a:r>
              <a:rPr lang="nl-NL" dirty="0"/>
              <a:t>Dion &amp; David</a:t>
            </a:r>
          </a:p>
          <a:p>
            <a:r>
              <a:rPr lang="nl-NL" dirty="0"/>
              <a:t>Jari &amp; Ismail</a:t>
            </a:r>
          </a:p>
          <a:p>
            <a:r>
              <a:rPr lang="nl-NL" dirty="0"/>
              <a:t>Melle &amp; Abdallah</a:t>
            </a:r>
          </a:p>
          <a:p>
            <a:r>
              <a:rPr lang="nl-NL" dirty="0"/>
              <a:t>Luna &amp; Robin</a:t>
            </a:r>
          </a:p>
          <a:p>
            <a:r>
              <a:rPr lang="nl-NL" dirty="0"/>
              <a:t>Daniel &amp; Ryan</a:t>
            </a:r>
          </a:p>
          <a:p>
            <a:r>
              <a:rPr lang="nl-NL" dirty="0"/>
              <a:t>Oscar &amp; Lars</a:t>
            </a:r>
          </a:p>
          <a:p>
            <a:r>
              <a:rPr lang="nl-NL" dirty="0" err="1"/>
              <a:t>Hasan</a:t>
            </a:r>
            <a:r>
              <a:rPr lang="nl-NL" dirty="0"/>
              <a:t> &amp; </a:t>
            </a:r>
            <a:r>
              <a:rPr lang="nl-NL" dirty="0" err="1"/>
              <a:t>Mostafa</a:t>
            </a:r>
            <a:endParaRPr lang="nl-NL" dirty="0"/>
          </a:p>
          <a:p>
            <a:r>
              <a:rPr lang="nl-NL" dirty="0"/>
              <a:t>Bente &amp; </a:t>
            </a:r>
            <a:r>
              <a:rPr lang="nl-NL" dirty="0" err="1"/>
              <a:t>Mika</a:t>
            </a:r>
            <a:r>
              <a:rPr lang="nl-NL"/>
              <a:t> </a:t>
            </a:r>
            <a:endParaRPr lang="nl-NL" dirty="0"/>
          </a:p>
          <a:p>
            <a:r>
              <a:rPr lang="nl-NL" dirty="0" err="1"/>
              <a:t>Donny</a:t>
            </a:r>
            <a:r>
              <a:rPr lang="nl-NL" dirty="0"/>
              <a:t> &amp; Li Hong</a:t>
            </a:r>
          </a:p>
          <a:p>
            <a:r>
              <a:rPr lang="nl-NL" dirty="0"/>
              <a:t>Turan &amp; Robert</a:t>
            </a:r>
          </a:p>
          <a:p>
            <a:r>
              <a:rPr lang="nl-NL" dirty="0"/>
              <a:t>Leon &amp; Sean</a:t>
            </a:r>
          </a:p>
          <a:p>
            <a:r>
              <a:rPr lang="nl-NL" dirty="0"/>
              <a:t>Tim &amp; Eugène</a:t>
            </a:r>
          </a:p>
        </p:txBody>
      </p:sp>
    </p:spTree>
    <p:extLst>
      <p:ext uri="{BB962C8B-B14F-4D97-AF65-F5344CB8AC3E}">
        <p14:creationId xmlns:p14="http://schemas.microsoft.com/office/powerpoint/2010/main" val="109626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9232-FF86-03B9-AF47-025C051E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Groepen SD2D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6046-AD80-1628-AD0C-EF735130D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nl-NL" dirty="0"/>
              <a:t>Nino &amp; Eryk</a:t>
            </a:r>
          </a:p>
          <a:p>
            <a:r>
              <a:rPr lang="nl-NL" dirty="0"/>
              <a:t>Ellie &amp; Astrid</a:t>
            </a:r>
          </a:p>
          <a:p>
            <a:r>
              <a:rPr lang="nl-NL" dirty="0"/>
              <a:t>Thijs &amp; Diya</a:t>
            </a:r>
          </a:p>
          <a:p>
            <a:r>
              <a:rPr lang="nl-NL" dirty="0"/>
              <a:t>Cedric &amp; Joost</a:t>
            </a:r>
          </a:p>
          <a:p>
            <a:r>
              <a:rPr lang="nl-NL" dirty="0"/>
              <a:t>Rens &amp; Ben </a:t>
            </a:r>
            <a:r>
              <a:rPr lang="nl-NL" dirty="0" err="1"/>
              <a:t>Lassina</a:t>
            </a:r>
            <a:endParaRPr lang="nl-NL" dirty="0"/>
          </a:p>
          <a:p>
            <a:r>
              <a:rPr lang="nl-NL" dirty="0"/>
              <a:t>Frits &amp; Ken</a:t>
            </a:r>
          </a:p>
          <a:p>
            <a:r>
              <a:rPr lang="nl-NL" dirty="0"/>
              <a:t>Jay Jairam &amp; Enzo</a:t>
            </a:r>
          </a:p>
          <a:p>
            <a:r>
              <a:rPr lang="nl-NL" dirty="0"/>
              <a:t>Jay &amp; Pieter</a:t>
            </a:r>
          </a:p>
          <a:p>
            <a:r>
              <a:rPr lang="nl-NL" dirty="0"/>
              <a:t>Damian &amp; Sem &amp; Callum</a:t>
            </a:r>
          </a:p>
          <a:p>
            <a:r>
              <a:rPr lang="nl-NL" dirty="0"/>
              <a:t>Lena &amp; Lara</a:t>
            </a:r>
          </a:p>
          <a:p>
            <a:r>
              <a:rPr lang="nl-NL" dirty="0"/>
              <a:t>Sara &amp; Martijn</a:t>
            </a:r>
          </a:p>
          <a:p>
            <a:r>
              <a:rPr lang="nl-NL" dirty="0" err="1"/>
              <a:t>Aymen</a:t>
            </a:r>
            <a:r>
              <a:rPr lang="nl-NL" dirty="0"/>
              <a:t> &amp; Melvin</a:t>
            </a:r>
          </a:p>
          <a:p>
            <a:r>
              <a:rPr lang="nl-NL" dirty="0"/>
              <a:t>Joseph &amp; Lucca</a:t>
            </a:r>
          </a:p>
          <a:p>
            <a:r>
              <a:rPr lang="nl-NL" dirty="0"/>
              <a:t>Kjell &amp; </a:t>
            </a:r>
            <a:r>
              <a:rPr lang="nl-NL" dirty="0" err="1"/>
              <a:t>Mert</a:t>
            </a:r>
            <a:endParaRPr lang="nl-NL" dirty="0"/>
          </a:p>
          <a:p>
            <a:r>
              <a:rPr lang="nl-NL" dirty="0"/>
              <a:t>Roy &amp; Tim 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010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57846A9898C942B6CACF4B0D02B58A" ma:contentTypeVersion="3" ma:contentTypeDescription="Een nieuw document maken." ma:contentTypeScope="" ma:versionID="eb6aadfb747346e8cbfef74c9e8bf84b">
  <xsd:schema xmlns:xsd="http://www.w3.org/2001/XMLSchema" xmlns:xs="http://www.w3.org/2001/XMLSchema" xmlns:p="http://schemas.microsoft.com/office/2006/metadata/properties" xmlns:ns2="90dc185d-016c-4cbe-a021-2ee14c7c0e47" targetNamespace="http://schemas.microsoft.com/office/2006/metadata/properties" ma:root="true" ma:fieldsID="aea552e6b19ce10fe62f934ff6d0339a" ns2:_="">
    <xsd:import namespace="90dc185d-016c-4cbe-a021-2ee14c7c0e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dc185d-016c-4cbe-a021-2ee14c7c0e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9B0B6E-FA91-4268-A24C-F1593FE8BA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637BCA-C9CC-46B0-8052-8AAE567A178A}">
  <ds:schemaRefs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90dc185d-016c-4cbe-a021-2ee14c7c0e47"/>
  </ds:schemaRefs>
</ds:datastoreItem>
</file>

<file path=customXml/itemProps3.xml><?xml version="1.0" encoding="utf-8"?>
<ds:datastoreItem xmlns:ds="http://schemas.openxmlformats.org/officeDocument/2006/customXml" ds:itemID="{5D1BF527-DBE1-418D-906A-F5AB923A43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dc185d-016c-4cbe-a021-2ee14c7c0e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420</TotalTime>
  <Words>253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Vak halen</vt:lpstr>
      <vt:lpstr>Wat moest af?</vt:lpstr>
      <vt:lpstr>Vandaag beoordeling!</vt:lpstr>
      <vt:lpstr>Studie groepen</vt:lpstr>
      <vt:lpstr>Groepen SD2C</vt:lpstr>
      <vt:lpstr>Groepen SD2D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2023-11-02T07:35:54Z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0x0101001257846A9898C942B6CACF4B0D02B58A</vt:lpwstr>
  </property>
</Properties>
</file>