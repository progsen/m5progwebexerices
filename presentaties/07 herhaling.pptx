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4" r:id="rId14"/>
    <p:sldId id="306" r:id="rId15"/>
    <p:sldId id="307" r:id="rId16"/>
    <p:sldId id="302" r:id="rId17"/>
    <p:sldId id="309" r:id="rId18"/>
    <p:sldId id="305" r:id="rId19"/>
    <p:sldId id="310" r:id="rId20"/>
    <p:sldId id="29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15B314-F941-42D5-9090-10C85CD5A56F}" v="17" dt="2023-10-19T13:24:38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78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20641AF-CFBE-4272-B134-B58D40863906}"/>
    <pc:docChg chg="custSel addSld delSld modSld">
      <pc:chgData name="Dragan Javorac" userId="913c2858-fb97-4c6e-a42c-b1f1a16b225e" providerId="ADAL" clId="{F20641AF-CFBE-4272-B134-B58D40863906}" dt="2023-09-28T06:38:28.140" v="411" actId="20577"/>
      <pc:docMkLst>
        <pc:docMk/>
      </pc:docMkLst>
      <pc:sldChg chg="modSp mod">
        <pc:chgData name="Dragan Javorac" userId="913c2858-fb97-4c6e-a42c-b1f1a16b225e" providerId="ADAL" clId="{F20641AF-CFBE-4272-B134-B58D40863906}" dt="2023-09-26T07:01:20.653" v="32" actId="167"/>
        <pc:sldMkLst>
          <pc:docMk/>
          <pc:sldMk cId="3811378203" sldId="256"/>
        </pc:sldMkLst>
        <pc:spChg chg="mod">
          <ac:chgData name="Dragan Javorac" userId="913c2858-fb97-4c6e-a42c-b1f1a16b225e" providerId="ADAL" clId="{F20641AF-CFBE-4272-B134-B58D40863906}" dt="2023-09-26T07:01:17.880" v="31" actId="27636"/>
          <ac:spMkLst>
            <pc:docMk/>
            <pc:sldMk cId="3811378203" sldId="256"/>
            <ac:spMk id="3" creationId="{414EDD6F-592F-340B-435C-61829CBE0859}"/>
          </ac:spMkLst>
        </pc:spChg>
        <pc:picChg chg="ord">
          <ac:chgData name="Dragan Javorac" userId="913c2858-fb97-4c6e-a42c-b1f1a16b225e" providerId="ADAL" clId="{F20641AF-CFBE-4272-B134-B58D40863906}" dt="2023-09-26T07:01:20.653" v="32" actId="167"/>
          <ac:picMkLst>
            <pc:docMk/>
            <pc:sldMk cId="3811378203" sldId="256"/>
            <ac:picMk id="9" creationId="{099B8BA3-F095-3E24-5523-552CBD5DE975}"/>
          </ac:picMkLst>
        </pc:picChg>
      </pc:sldChg>
      <pc:sldChg chg="addSp delSp modSp mod">
        <pc:chgData name="Dragan Javorac" userId="913c2858-fb97-4c6e-a42c-b1f1a16b225e" providerId="ADAL" clId="{F20641AF-CFBE-4272-B134-B58D40863906}" dt="2023-09-26T07:34:49.531" v="379" actId="20577"/>
        <pc:sldMkLst>
          <pc:docMk/>
          <pc:sldMk cId="3451708679" sldId="281"/>
        </pc:sldMkLst>
        <pc:spChg chg="mod">
          <ac:chgData name="Dragan Javorac" userId="913c2858-fb97-4c6e-a42c-b1f1a16b225e" providerId="ADAL" clId="{F20641AF-CFBE-4272-B134-B58D40863906}" dt="2023-09-26T07:34:07.239" v="253" actId="6549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F20641AF-CFBE-4272-B134-B58D40863906}" dt="2023-09-26T07:34:49.531" v="379" actId="20577"/>
          <ac:spMkLst>
            <pc:docMk/>
            <pc:sldMk cId="3451708679" sldId="281"/>
            <ac:spMk id="3" creationId="{73F8797C-A226-7836-7AC1-7E1ADAA37B9C}"/>
          </ac:spMkLst>
        </pc:spChg>
        <pc:spChg chg="del">
          <ac:chgData name="Dragan Javorac" userId="913c2858-fb97-4c6e-a42c-b1f1a16b225e" providerId="ADAL" clId="{F20641AF-CFBE-4272-B134-B58D40863906}" dt="2023-09-26T07:02:05.487" v="82" actId="478"/>
          <ac:spMkLst>
            <pc:docMk/>
            <pc:sldMk cId="3451708679" sldId="281"/>
            <ac:spMk id="8" creationId="{2C2CCBA2-3762-71A6-EA77-6CB09BBAA70D}"/>
          </ac:spMkLst>
        </pc:spChg>
        <pc:spChg chg="del">
          <ac:chgData name="Dragan Javorac" userId="913c2858-fb97-4c6e-a42c-b1f1a16b225e" providerId="ADAL" clId="{F20641AF-CFBE-4272-B134-B58D40863906}" dt="2023-09-26T07:02:06.022" v="83" actId="478"/>
          <ac:spMkLst>
            <pc:docMk/>
            <pc:sldMk cId="3451708679" sldId="281"/>
            <ac:spMk id="9" creationId="{DE8FA202-46E6-04E5-14D7-ACB9330C1A23}"/>
          </ac:spMkLst>
        </pc:spChg>
        <pc:picChg chg="add mod">
          <ac:chgData name="Dragan Javorac" userId="913c2858-fb97-4c6e-a42c-b1f1a16b225e" providerId="ADAL" clId="{F20641AF-CFBE-4272-B134-B58D40863906}" dt="2023-09-26T07:34:01.601" v="249" actId="1076"/>
          <ac:picMkLst>
            <pc:docMk/>
            <pc:sldMk cId="3451708679" sldId="281"/>
            <ac:picMk id="5" creationId="{5AF95DB1-04DD-2303-D694-874301A362D9}"/>
          </ac:picMkLst>
        </pc:picChg>
        <pc:picChg chg="del">
          <ac:chgData name="Dragan Javorac" userId="913c2858-fb97-4c6e-a42c-b1f1a16b225e" providerId="ADAL" clId="{F20641AF-CFBE-4272-B134-B58D40863906}" dt="2023-09-26T07:02:04.936" v="81" actId="478"/>
          <ac:picMkLst>
            <pc:docMk/>
            <pc:sldMk cId="3451708679" sldId="281"/>
            <ac:picMk id="7" creationId="{A8D48A20-26A4-B84B-A179-216E20590946}"/>
          </ac:picMkLst>
        </pc:picChg>
        <pc:picChg chg="add mod">
          <ac:chgData name="Dragan Javorac" userId="913c2858-fb97-4c6e-a42c-b1f1a16b225e" providerId="ADAL" clId="{F20641AF-CFBE-4272-B134-B58D40863906}" dt="2023-09-26T07:33:06.862" v="101" actId="1076"/>
          <ac:picMkLst>
            <pc:docMk/>
            <pc:sldMk cId="3451708679" sldId="281"/>
            <ac:picMk id="7" creationId="{CE3C6200-2997-1D6D-DDDB-9019E044A21B}"/>
          </ac:picMkLst>
        </pc:picChg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520737929" sldId="282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22632929" sldId="283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533409294" sldId="28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773657184" sldId="285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86902067" sldId="286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13942279" sldId="287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012868093" sldId="288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032720552" sldId="289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212858245" sldId="290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183247633" sldId="29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885579670" sldId="292"/>
        </pc:sldMkLst>
      </pc:sldChg>
      <pc:sldChg chg="addSp delSp modSp mod">
        <pc:chgData name="Dragan Javorac" userId="913c2858-fb97-4c6e-a42c-b1f1a16b225e" providerId="ADAL" clId="{F20641AF-CFBE-4272-B134-B58D40863906}" dt="2023-09-26T07:01:50.894" v="50" actId="20577"/>
        <pc:sldMkLst>
          <pc:docMk/>
          <pc:sldMk cId="3209220919" sldId="293"/>
        </pc:sldMkLst>
        <pc:spChg chg="mod">
          <ac:chgData name="Dragan Javorac" userId="913c2858-fb97-4c6e-a42c-b1f1a16b225e" providerId="ADAL" clId="{F20641AF-CFBE-4272-B134-B58D40863906}" dt="2023-09-26T07:01:50.894" v="50" actId="20577"/>
          <ac:spMkLst>
            <pc:docMk/>
            <pc:sldMk cId="3209220919" sldId="293"/>
            <ac:spMk id="3" creationId="{73F8797C-A226-7836-7AC1-7E1ADAA37B9C}"/>
          </ac:spMkLst>
        </pc:spChg>
        <pc:picChg chg="del">
          <ac:chgData name="Dragan Javorac" userId="913c2858-fb97-4c6e-a42c-b1f1a16b225e" providerId="ADAL" clId="{F20641AF-CFBE-4272-B134-B58D40863906}" dt="2023-09-26T07:01:40.473" v="34" actId="478"/>
          <ac:picMkLst>
            <pc:docMk/>
            <pc:sldMk cId="3209220919" sldId="293"/>
            <ac:picMk id="5" creationId="{2E56C4DA-FED2-AC13-3D1E-954BE4DF1D89}"/>
          </ac:picMkLst>
        </pc:picChg>
        <pc:picChg chg="add mod">
          <ac:chgData name="Dragan Javorac" userId="913c2858-fb97-4c6e-a42c-b1f1a16b225e" providerId="ADAL" clId="{F20641AF-CFBE-4272-B134-B58D40863906}" dt="2023-09-26T07:01:43.786" v="38" actId="1076"/>
          <ac:picMkLst>
            <pc:docMk/>
            <pc:sldMk cId="3209220919" sldId="293"/>
            <ac:picMk id="6" creationId="{DFF60CAA-524A-CB00-715B-D78064C39113}"/>
          </ac:picMkLst>
        </pc:picChg>
      </pc:sldChg>
      <pc:sldChg chg="modSp add mod">
        <pc:chgData name="Dragan Javorac" userId="913c2858-fb97-4c6e-a42c-b1f1a16b225e" providerId="ADAL" clId="{F20641AF-CFBE-4272-B134-B58D40863906}" dt="2023-09-28T06:38:28.140" v="411" actId="20577"/>
        <pc:sldMkLst>
          <pc:docMk/>
          <pc:sldMk cId="853319877" sldId="294"/>
        </pc:sldMkLst>
        <pc:spChg chg="mod">
          <ac:chgData name="Dragan Javorac" userId="913c2858-fb97-4c6e-a42c-b1f1a16b225e" providerId="ADAL" clId="{F20641AF-CFBE-4272-B134-B58D40863906}" dt="2023-09-28T06:38:28.140" v="411" actId="20577"/>
          <ac:spMkLst>
            <pc:docMk/>
            <pc:sldMk cId="853319877" sldId="294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E0BFB228-DB6A-47A2-8190-AFA79F5C02F4}"/>
    <pc:docChg chg="undo custSel addSld modSld">
      <pc:chgData name="Dragan Javorac" userId="913c2858-fb97-4c6e-a42c-b1f1a16b225e" providerId="ADAL" clId="{E0BFB228-DB6A-47A2-8190-AFA79F5C02F4}" dt="2023-10-05T07:21:32.252" v="404" actId="14100"/>
      <pc:docMkLst>
        <pc:docMk/>
      </pc:docMkLst>
      <pc:sldChg chg="addSp delSp modSp mod">
        <pc:chgData name="Dragan Javorac" userId="913c2858-fb97-4c6e-a42c-b1f1a16b225e" providerId="ADAL" clId="{E0BFB228-DB6A-47A2-8190-AFA79F5C02F4}" dt="2023-10-05T07:21:32.252" v="404" actId="14100"/>
        <pc:sldMkLst>
          <pc:docMk/>
          <pc:sldMk cId="3209220919" sldId="293"/>
        </pc:sldMkLst>
        <pc:spChg chg="mod">
          <ac:chgData name="Dragan Javorac" userId="913c2858-fb97-4c6e-a42c-b1f1a16b225e" providerId="ADAL" clId="{E0BFB228-DB6A-47A2-8190-AFA79F5C02F4}" dt="2023-10-05T07:21:03.922" v="400" actId="313"/>
          <ac:spMkLst>
            <pc:docMk/>
            <pc:sldMk cId="3209220919" sldId="29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E0BFB228-DB6A-47A2-8190-AFA79F5C02F4}" dt="2023-10-05T07:21:32.252" v="404" actId="14100"/>
          <ac:picMkLst>
            <pc:docMk/>
            <pc:sldMk cId="3209220919" sldId="293"/>
            <ac:picMk id="5" creationId="{78316AC2-DDA5-8938-9178-C901E710BFFF}"/>
          </ac:picMkLst>
        </pc:picChg>
        <pc:picChg chg="del">
          <ac:chgData name="Dragan Javorac" userId="913c2858-fb97-4c6e-a42c-b1f1a16b225e" providerId="ADAL" clId="{E0BFB228-DB6A-47A2-8190-AFA79F5C02F4}" dt="2023-10-05T07:21:29.639" v="401" actId="478"/>
          <ac:picMkLst>
            <pc:docMk/>
            <pc:sldMk cId="3209220919" sldId="293"/>
            <ac:picMk id="6" creationId="{DFF60CAA-524A-CB00-715B-D78064C39113}"/>
          </ac:picMkLst>
        </pc:picChg>
      </pc:sldChg>
      <pc:sldChg chg="addSp modSp mod">
        <pc:chgData name="Dragan Javorac" userId="913c2858-fb97-4c6e-a42c-b1f1a16b225e" providerId="ADAL" clId="{E0BFB228-DB6A-47A2-8190-AFA79F5C02F4}" dt="2023-10-05T06:37:36.507" v="87" actId="14100"/>
        <pc:sldMkLst>
          <pc:docMk/>
          <pc:sldMk cId="4140789780" sldId="297"/>
        </pc:sldMkLst>
        <pc:spChg chg="mod">
          <ac:chgData name="Dragan Javorac" userId="913c2858-fb97-4c6e-a42c-b1f1a16b225e" providerId="ADAL" clId="{E0BFB228-DB6A-47A2-8190-AFA79F5C02F4}" dt="2023-10-05T06:37:36.507" v="87" actId="14100"/>
          <ac:spMkLst>
            <pc:docMk/>
            <pc:sldMk cId="4140789780" sldId="297"/>
            <ac:spMk id="3" creationId="{73F8797C-A226-7836-7AC1-7E1ADAA37B9C}"/>
          </ac:spMkLst>
        </pc:spChg>
        <pc:spChg chg="add mod">
          <ac:chgData name="Dragan Javorac" userId="913c2858-fb97-4c6e-a42c-b1f1a16b225e" providerId="ADAL" clId="{E0BFB228-DB6A-47A2-8190-AFA79F5C02F4}" dt="2023-10-05T06:37:33.657" v="86" actId="14100"/>
          <ac:spMkLst>
            <pc:docMk/>
            <pc:sldMk cId="4140789780" sldId="297"/>
            <ac:spMk id="4" creationId="{EEBE37D0-F794-DC3A-7121-B2060D128E6A}"/>
          </ac:spMkLst>
        </pc:spChg>
      </pc:sldChg>
      <pc:sldChg chg="modSp mod">
        <pc:chgData name="Dragan Javorac" userId="913c2858-fb97-4c6e-a42c-b1f1a16b225e" providerId="ADAL" clId="{E0BFB228-DB6A-47A2-8190-AFA79F5C02F4}" dt="2023-10-05T06:39:43.036" v="395" actId="14100"/>
        <pc:sldMkLst>
          <pc:docMk/>
          <pc:sldMk cId="891455290" sldId="298"/>
        </pc:sldMkLst>
        <pc:spChg chg="mod">
          <ac:chgData name="Dragan Javorac" userId="913c2858-fb97-4c6e-a42c-b1f1a16b225e" providerId="ADAL" clId="{E0BFB228-DB6A-47A2-8190-AFA79F5C02F4}" dt="2023-10-05T06:39:43.036" v="395" actId="14100"/>
          <ac:spMkLst>
            <pc:docMk/>
            <pc:sldMk cId="891455290" sldId="298"/>
            <ac:spMk id="2" creationId="{59249F84-7683-7A1C-A158-E9E5BD087E59}"/>
          </ac:spMkLst>
        </pc:spChg>
        <pc:spChg chg="mod">
          <ac:chgData name="Dragan Javorac" userId="913c2858-fb97-4c6e-a42c-b1f1a16b225e" providerId="ADAL" clId="{E0BFB228-DB6A-47A2-8190-AFA79F5C02F4}" dt="2023-10-05T06:39:21.726" v="366" actId="27636"/>
          <ac:spMkLst>
            <pc:docMk/>
            <pc:sldMk cId="891455290" sldId="298"/>
            <ac:spMk id="3" creationId="{73F8797C-A226-7836-7AC1-7E1ADAA37B9C}"/>
          </ac:spMkLst>
        </pc:spChg>
      </pc:sldChg>
      <pc:sldChg chg="modSp add mod">
        <pc:chgData name="Dragan Javorac" userId="913c2858-fb97-4c6e-a42c-b1f1a16b225e" providerId="ADAL" clId="{E0BFB228-DB6A-47A2-8190-AFA79F5C02F4}" dt="2023-10-05T06:39:37.189" v="394" actId="20577"/>
        <pc:sldMkLst>
          <pc:docMk/>
          <pc:sldMk cId="1439648077" sldId="299"/>
        </pc:sldMkLst>
        <pc:spChg chg="mod">
          <ac:chgData name="Dragan Javorac" userId="913c2858-fb97-4c6e-a42c-b1f1a16b225e" providerId="ADAL" clId="{E0BFB228-DB6A-47A2-8190-AFA79F5C02F4}" dt="2023-10-05T06:39:37.189" v="394" actId="20577"/>
          <ac:spMkLst>
            <pc:docMk/>
            <pc:sldMk cId="1439648077" sldId="299"/>
            <ac:spMk id="2" creationId="{59249F84-7683-7A1C-A158-E9E5BD087E59}"/>
          </ac:spMkLst>
        </pc:spChg>
        <pc:spChg chg="mod">
          <ac:chgData name="Dragan Javorac" userId="913c2858-fb97-4c6e-a42c-b1f1a16b225e" providerId="ADAL" clId="{E0BFB228-DB6A-47A2-8190-AFA79F5C02F4}" dt="2023-10-05T06:39:30.084" v="380" actId="27636"/>
          <ac:spMkLst>
            <pc:docMk/>
            <pc:sldMk cId="1439648077" sldId="299"/>
            <ac:spMk id="3" creationId="{73F8797C-A226-7836-7AC1-7E1ADAA37B9C}"/>
          </ac:spMkLst>
        </pc:spChg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  <pc:spChg chg="mod">
          <ac:chgData name="Dragan Javorac" userId="913c2858-fb97-4c6e-a42c-b1f1a16b225e" providerId="ADAL" clId="{F1477162-E3B9-4B3F-B801-B097DA74C41A}" dt="2023-07-04T07:36:09.113" v="23" actId="12789"/>
          <ac:spMkLst>
            <pc:docMk/>
            <pc:sldMk cId="3811378203" sldId="256"/>
            <ac:spMk id="2" creationId="{078B7A23-90F0-99CA-4080-9110B0259409}"/>
          </ac:spMkLst>
        </pc:spChg>
        <pc:spChg chg="mod">
          <ac:chgData name="Dragan Javorac" userId="913c2858-fb97-4c6e-a42c-b1f1a16b225e" providerId="ADAL" clId="{F1477162-E3B9-4B3F-B801-B097DA74C41A}" dt="2023-07-04T07:36:15.334" v="24" actId="1076"/>
          <ac:spMkLst>
            <pc:docMk/>
            <pc:sldMk cId="3811378203" sldId="256"/>
            <ac:spMk id="3" creationId="{414EDD6F-592F-340B-435C-61829CBE0859}"/>
          </ac:spMkLst>
        </pc:spChg>
        <pc:picChg chg="add del mod ord modCrop">
          <ac:chgData name="Dragan Javorac" userId="913c2858-fb97-4c6e-a42c-b1f1a16b225e" providerId="ADAL" clId="{F1477162-E3B9-4B3F-B801-B097DA74C41A}" dt="2023-07-04T07:36:55.736" v="29" actId="478"/>
          <ac:picMkLst>
            <pc:docMk/>
            <pc:sldMk cId="3811378203" sldId="256"/>
            <ac:picMk id="7" creationId="{1FBE493F-EEAA-4752-0DFD-B10D519F71EB}"/>
          </ac:picMkLst>
        </pc:picChg>
        <pc:picChg chg="add mod">
          <ac:chgData name="Dragan Javorac" userId="913c2858-fb97-4c6e-a42c-b1f1a16b225e" providerId="ADAL" clId="{F1477162-E3B9-4B3F-B801-B097DA74C41A}" dt="2023-07-04T07:38:13.736" v="32" actId="1076"/>
          <ac:picMkLst>
            <pc:docMk/>
            <pc:sldMk cId="3811378203" sldId="256"/>
            <ac:picMk id="9" creationId="{96116168-2181-71A6-355A-7965A2F2EA37}"/>
          </ac:picMkLst>
        </pc:picChg>
        <pc:picChg chg="add mod">
          <ac:chgData name="Dragan Javorac" userId="913c2858-fb97-4c6e-a42c-b1f1a16b225e" providerId="ADAL" clId="{F1477162-E3B9-4B3F-B801-B097DA74C41A}" dt="2023-07-04T07:38:22.953" v="36" actId="14100"/>
          <ac:picMkLst>
            <pc:docMk/>
            <pc:sldMk cId="3811378203" sldId="256"/>
            <ac:picMk id="11" creationId="{DBC3793F-34D2-2A48-8136-85C3399EB66D}"/>
          </ac:picMkLst>
        </pc:picChg>
        <pc:picChg chg="add mod">
          <ac:chgData name="Dragan Javorac" userId="913c2858-fb97-4c6e-a42c-b1f1a16b225e" providerId="ADAL" clId="{F1477162-E3B9-4B3F-B801-B097DA74C41A}" dt="2023-07-04T07:38:32.836" v="40" actId="1076"/>
          <ac:picMkLst>
            <pc:docMk/>
            <pc:sldMk cId="3811378203" sldId="256"/>
            <ac:picMk id="13" creationId="{DE3BB3A5-7D5F-4516-6902-4C66ADA56D18}"/>
          </ac:picMkLst>
        </pc:picChg>
        <pc:picChg chg="add mod">
          <ac:chgData name="Dragan Javorac" userId="913c2858-fb97-4c6e-a42c-b1f1a16b225e" providerId="ADAL" clId="{F1477162-E3B9-4B3F-B801-B097DA74C41A}" dt="2023-07-04T07:38:40.296" v="43" actId="1076"/>
          <ac:picMkLst>
            <pc:docMk/>
            <pc:sldMk cId="3811378203" sldId="256"/>
            <ac:picMk id="15" creationId="{779147A7-AD8B-8270-F994-7EC634D96E98}"/>
          </ac:picMkLst>
        </pc:picChg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  <pc:spChg chg="mod">
          <ac:chgData name="Dragan Javorac" userId="913c2858-fb97-4c6e-a42c-b1f1a16b225e" providerId="ADAL" clId="{F1477162-E3B9-4B3F-B801-B097DA74C41A}" dt="2023-07-04T07:38:48.730" v="6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7:39:19.018" v="205" actId="20577"/>
          <ac:spMkLst>
            <pc:docMk/>
            <pc:sldMk cId="3300743470" sldId="257"/>
            <ac:spMk id="3" creationId="{73F8797C-A226-7836-7AC1-7E1ADAA37B9C}"/>
          </ac:spMkLst>
        </pc:spChg>
        <pc:picChg chg="add mod">
          <ac:chgData name="Dragan Javorac" userId="913c2858-fb97-4c6e-a42c-b1f1a16b225e" providerId="ADAL" clId="{F1477162-E3B9-4B3F-B801-B097DA74C41A}" dt="2023-07-04T07:42:39.155" v="208" actId="1076"/>
          <ac:picMkLst>
            <pc:docMk/>
            <pc:sldMk cId="3300743470" sldId="257"/>
            <ac:picMk id="5" creationId="{A9F66CE4-375D-5102-0A16-8D4B1EC598AE}"/>
          </ac:picMkLst>
        </pc:picChg>
        <pc:picChg chg="add del mod">
          <ac:chgData name="Dragan Javorac" userId="913c2858-fb97-4c6e-a42c-b1f1a16b225e" providerId="ADAL" clId="{F1477162-E3B9-4B3F-B801-B097DA74C41A}" dt="2023-07-04T08:19:30.548" v="211" actId="478"/>
          <ac:picMkLst>
            <pc:docMk/>
            <pc:sldMk cId="3300743470" sldId="257"/>
            <ac:picMk id="7" creationId="{6F84FAAF-C160-1F8B-9477-73AD35233D72}"/>
          </ac:picMkLst>
        </pc:picChg>
        <pc:picChg chg="add mod">
          <ac:chgData name="Dragan Javorac" userId="913c2858-fb97-4c6e-a42c-b1f1a16b225e" providerId="ADAL" clId="{F1477162-E3B9-4B3F-B801-B097DA74C41A}" dt="2023-07-04T08:19:44.170" v="213" actId="1076"/>
          <ac:picMkLst>
            <pc:docMk/>
            <pc:sldMk cId="3300743470" sldId="257"/>
            <ac:picMk id="9" creationId="{D52E5762-374D-C607-2134-836E0D5AEC18}"/>
          </ac:picMkLst>
        </pc:picChg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  <pc:spChg chg="mod">
          <ac:chgData name="Dragan Javorac" userId="913c2858-fb97-4c6e-a42c-b1f1a16b225e" providerId="ADAL" clId="{F1477162-E3B9-4B3F-B801-B097DA74C41A}" dt="2023-07-04T08:19:54.724" v="243" actId="20577"/>
          <ac:spMkLst>
            <pc:docMk/>
            <pc:sldMk cId="1976930380" sldId="258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8:20:14.080" v="309" actId="5793"/>
          <ac:spMkLst>
            <pc:docMk/>
            <pc:sldMk cId="1976930380" sldId="258"/>
            <ac:spMk id="3" creationId="{73F8797C-A226-7836-7AC1-7E1ADAA37B9C}"/>
          </ac:spMkLst>
        </pc:spChg>
      </pc:sldChg>
    </pc:docChg>
  </pc:docChgLst>
  <pc:docChgLst>
    <pc:chgData name="Dragan Javorac" userId="913c2858-fb97-4c6e-a42c-b1f1a16b225e" providerId="ADAL" clId="{2D15B314-F941-42D5-9090-10C85CD5A56F}"/>
    <pc:docChg chg="undo custSel addSld delSld modSld sldOrd">
      <pc:chgData name="Dragan Javorac" userId="913c2858-fb97-4c6e-a42c-b1f1a16b225e" providerId="ADAL" clId="{2D15B314-F941-42D5-9090-10C85CD5A56F}" dt="2023-10-19T13:24:57.741" v="2265" actId="1076"/>
      <pc:docMkLst>
        <pc:docMk/>
      </pc:docMkLst>
      <pc:sldChg chg="modSp mod">
        <pc:chgData name="Dragan Javorac" userId="913c2858-fb97-4c6e-a42c-b1f1a16b225e" providerId="ADAL" clId="{2D15B314-F941-42D5-9090-10C85CD5A56F}" dt="2023-10-10T07:30:09.091" v="10" actId="120"/>
        <pc:sldMkLst>
          <pc:docMk/>
          <pc:sldMk cId="3811378203" sldId="256"/>
        </pc:sldMkLst>
        <pc:spChg chg="mod">
          <ac:chgData name="Dragan Javorac" userId="913c2858-fb97-4c6e-a42c-b1f1a16b225e" providerId="ADAL" clId="{2D15B314-F941-42D5-9090-10C85CD5A56F}" dt="2023-10-10T07:30:09.091" v="10" actId="120"/>
          <ac:spMkLst>
            <pc:docMk/>
            <pc:sldMk cId="3811378203" sldId="256"/>
            <ac:spMk id="2" creationId="{078B7A23-90F0-99CA-4080-9110B0259409}"/>
          </ac:spMkLst>
        </pc:spChg>
        <pc:spChg chg="mod">
          <ac:chgData name="Dragan Javorac" userId="913c2858-fb97-4c6e-a42c-b1f1a16b225e" providerId="ADAL" clId="{2D15B314-F941-42D5-9090-10C85CD5A56F}" dt="2023-10-10T07:30:09.091" v="10" actId="120"/>
          <ac:spMkLst>
            <pc:docMk/>
            <pc:sldMk cId="3811378203" sldId="256"/>
            <ac:spMk id="3" creationId="{414EDD6F-592F-340B-435C-61829CBE0859}"/>
          </ac:spMkLst>
        </pc:spChg>
      </pc:sldChg>
      <pc:sldChg chg="addSp delSp modSp mod">
        <pc:chgData name="Dragan Javorac" userId="913c2858-fb97-4c6e-a42c-b1f1a16b225e" providerId="ADAL" clId="{2D15B314-F941-42D5-9090-10C85CD5A56F}" dt="2023-10-17T07:30:02.219" v="2094" actId="27636"/>
        <pc:sldMkLst>
          <pc:docMk/>
          <pc:sldMk cId="3209220919" sldId="293"/>
        </pc:sldMkLst>
        <pc:spChg chg="mod">
          <ac:chgData name="Dragan Javorac" userId="913c2858-fb97-4c6e-a42c-b1f1a16b225e" providerId="ADAL" clId="{2D15B314-F941-42D5-9090-10C85CD5A56F}" dt="2023-10-17T07:30:02.219" v="2094" actId="27636"/>
          <ac:spMkLst>
            <pc:docMk/>
            <pc:sldMk cId="3209220919" sldId="29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2D15B314-F941-42D5-9090-10C85CD5A56F}" dt="2023-10-17T07:29:46.242" v="2044" actId="1076"/>
          <ac:picMkLst>
            <pc:docMk/>
            <pc:sldMk cId="3209220919" sldId="293"/>
            <ac:picMk id="5" creationId="{FD9804DE-C6CD-2B14-2879-5DCC403EF613}"/>
          </ac:picMkLst>
        </pc:picChg>
        <pc:picChg chg="del">
          <ac:chgData name="Dragan Javorac" userId="913c2858-fb97-4c6e-a42c-b1f1a16b225e" providerId="ADAL" clId="{2D15B314-F941-42D5-9090-10C85CD5A56F}" dt="2023-10-17T07:28:30.902" v="2024" actId="478"/>
          <ac:picMkLst>
            <pc:docMk/>
            <pc:sldMk cId="3209220919" sldId="293"/>
            <ac:picMk id="6" creationId="{31973E32-B13D-29B6-7D71-00C076F95745}"/>
          </ac:picMkLst>
        </pc:picChg>
      </pc:sldChg>
      <pc:sldChg chg="delSp modSp mod">
        <pc:chgData name="Dragan Javorac" userId="913c2858-fb97-4c6e-a42c-b1f1a16b225e" providerId="ADAL" clId="{2D15B314-F941-42D5-9090-10C85CD5A56F}" dt="2023-10-16T07:33:48.289" v="67" actId="478"/>
        <pc:sldMkLst>
          <pc:docMk/>
          <pc:sldMk cId="853319877" sldId="294"/>
        </pc:sldMkLst>
        <pc:spChg chg="mod">
          <ac:chgData name="Dragan Javorac" userId="913c2858-fb97-4c6e-a42c-b1f1a16b225e" providerId="ADAL" clId="{2D15B314-F941-42D5-9090-10C85CD5A56F}" dt="2023-10-16T07:33:46.198" v="66" actId="20577"/>
          <ac:spMkLst>
            <pc:docMk/>
            <pc:sldMk cId="853319877" sldId="294"/>
            <ac:spMk id="3" creationId="{73F8797C-A226-7836-7AC1-7E1ADAA37B9C}"/>
          </ac:spMkLst>
        </pc:spChg>
        <pc:spChg chg="del">
          <ac:chgData name="Dragan Javorac" userId="913c2858-fb97-4c6e-a42c-b1f1a16b225e" providerId="ADAL" clId="{2D15B314-F941-42D5-9090-10C85CD5A56F}" dt="2023-10-16T07:33:48.289" v="67" actId="478"/>
          <ac:spMkLst>
            <pc:docMk/>
            <pc:sldMk cId="853319877" sldId="294"/>
            <ac:spMk id="4" creationId="{50A463E2-C440-479B-8D1B-DC466823FE98}"/>
          </ac:spMkLst>
        </pc:spChg>
      </pc:sldChg>
      <pc:sldChg chg="addSp delSp modSp add mod">
        <pc:chgData name="Dragan Javorac" userId="913c2858-fb97-4c6e-a42c-b1f1a16b225e" providerId="ADAL" clId="{2D15B314-F941-42D5-9090-10C85CD5A56F}" dt="2023-10-17T06:42:36.270" v="430" actId="1076"/>
        <pc:sldMkLst>
          <pc:docMk/>
          <pc:sldMk cId="3312273922" sldId="295"/>
        </pc:sldMkLst>
        <pc:spChg chg="mod">
          <ac:chgData name="Dragan Javorac" userId="913c2858-fb97-4c6e-a42c-b1f1a16b225e" providerId="ADAL" clId="{2D15B314-F941-42D5-9090-10C85CD5A56F}" dt="2023-10-17T06:38:07.747" v="85" actId="20577"/>
          <ac:spMkLst>
            <pc:docMk/>
            <pc:sldMk cId="3312273922" sldId="295"/>
            <ac:spMk id="2" creationId="{59249F84-7683-7A1C-A158-E9E5BD087E59}"/>
          </ac:spMkLst>
        </pc:spChg>
        <pc:spChg chg="mod">
          <ac:chgData name="Dragan Javorac" userId="913c2858-fb97-4c6e-a42c-b1f1a16b225e" providerId="ADAL" clId="{2D15B314-F941-42D5-9090-10C85CD5A56F}" dt="2023-10-17T06:42:23.614" v="422" actId="20577"/>
          <ac:spMkLst>
            <pc:docMk/>
            <pc:sldMk cId="3312273922" sldId="295"/>
            <ac:spMk id="3" creationId="{73F8797C-A226-7836-7AC1-7E1ADAA37B9C}"/>
          </ac:spMkLst>
        </pc:spChg>
        <pc:picChg chg="add mod">
          <ac:chgData name="Dragan Javorac" userId="913c2858-fb97-4c6e-a42c-b1f1a16b225e" providerId="ADAL" clId="{2D15B314-F941-42D5-9090-10C85CD5A56F}" dt="2023-10-17T06:42:36.270" v="430" actId="1076"/>
          <ac:picMkLst>
            <pc:docMk/>
            <pc:sldMk cId="3312273922" sldId="295"/>
            <ac:picMk id="5" creationId="{41509905-E7A3-0891-C098-709E093DED18}"/>
          </ac:picMkLst>
        </pc:picChg>
        <pc:picChg chg="add del">
          <ac:chgData name="Dragan Javorac" userId="913c2858-fb97-4c6e-a42c-b1f1a16b225e" providerId="ADAL" clId="{2D15B314-F941-42D5-9090-10C85CD5A56F}" dt="2023-10-17T06:42:32.807" v="427" actId="478"/>
          <ac:picMkLst>
            <pc:docMk/>
            <pc:sldMk cId="3312273922" sldId="295"/>
            <ac:picMk id="7" creationId="{4DAFE03A-738D-B0A2-824D-A75DAA4697DA}"/>
          </ac:picMkLst>
        </pc:picChg>
        <pc:picChg chg="add del mod">
          <ac:chgData name="Dragan Javorac" userId="913c2858-fb97-4c6e-a42c-b1f1a16b225e" providerId="ADAL" clId="{2D15B314-F941-42D5-9090-10C85CD5A56F}" dt="2023-10-17T06:42:32.807" v="427" actId="478"/>
          <ac:picMkLst>
            <pc:docMk/>
            <pc:sldMk cId="3312273922" sldId="295"/>
            <ac:picMk id="9" creationId="{65EDF815-B732-3113-D6E5-B64FD6533693}"/>
          </ac:picMkLst>
        </pc:picChg>
      </pc:sldChg>
      <pc:sldChg chg="addSp delSp modSp add mod">
        <pc:chgData name="Dragan Javorac" userId="913c2858-fb97-4c6e-a42c-b1f1a16b225e" providerId="ADAL" clId="{2D15B314-F941-42D5-9090-10C85CD5A56F}" dt="2023-10-17T06:44:35.991" v="575" actId="1076"/>
        <pc:sldMkLst>
          <pc:docMk/>
          <pc:sldMk cId="3854348033" sldId="296"/>
        </pc:sldMkLst>
        <pc:spChg chg="mod">
          <ac:chgData name="Dragan Javorac" userId="913c2858-fb97-4c6e-a42c-b1f1a16b225e" providerId="ADAL" clId="{2D15B314-F941-42D5-9090-10C85CD5A56F}" dt="2023-10-17T06:42:42.745" v="443" actId="20577"/>
          <ac:spMkLst>
            <pc:docMk/>
            <pc:sldMk cId="3854348033" sldId="296"/>
            <ac:spMk id="2" creationId="{59249F84-7683-7A1C-A158-E9E5BD087E59}"/>
          </ac:spMkLst>
        </pc:spChg>
        <pc:spChg chg="mod">
          <ac:chgData name="Dragan Javorac" userId="913c2858-fb97-4c6e-a42c-b1f1a16b225e" providerId="ADAL" clId="{2D15B314-F941-42D5-9090-10C85CD5A56F}" dt="2023-10-17T06:44:05.730" v="566" actId="20577"/>
          <ac:spMkLst>
            <pc:docMk/>
            <pc:sldMk cId="3854348033" sldId="296"/>
            <ac:spMk id="3" creationId="{73F8797C-A226-7836-7AC1-7E1ADAA37B9C}"/>
          </ac:spMkLst>
        </pc:spChg>
        <pc:picChg chg="del">
          <ac:chgData name="Dragan Javorac" userId="913c2858-fb97-4c6e-a42c-b1f1a16b225e" providerId="ADAL" clId="{2D15B314-F941-42D5-9090-10C85CD5A56F}" dt="2023-10-17T06:43:00.920" v="482" actId="478"/>
          <ac:picMkLst>
            <pc:docMk/>
            <pc:sldMk cId="3854348033" sldId="296"/>
            <ac:picMk id="5" creationId="{41509905-E7A3-0891-C098-709E093DED18}"/>
          </ac:picMkLst>
        </pc:picChg>
        <pc:picChg chg="add mod modCrop">
          <ac:chgData name="Dragan Javorac" userId="913c2858-fb97-4c6e-a42c-b1f1a16b225e" providerId="ADAL" clId="{2D15B314-F941-42D5-9090-10C85CD5A56F}" dt="2023-10-17T06:44:30.798" v="574" actId="1076"/>
          <ac:picMkLst>
            <pc:docMk/>
            <pc:sldMk cId="3854348033" sldId="296"/>
            <ac:picMk id="6" creationId="{6172D95F-D7C9-7E9E-0D57-8C257990F42B}"/>
          </ac:picMkLst>
        </pc:picChg>
        <pc:picChg chg="mod">
          <ac:chgData name="Dragan Javorac" userId="913c2858-fb97-4c6e-a42c-b1f1a16b225e" providerId="ADAL" clId="{2D15B314-F941-42D5-9090-10C85CD5A56F}" dt="2023-10-17T06:44:35.991" v="575" actId="1076"/>
          <ac:picMkLst>
            <pc:docMk/>
            <pc:sldMk cId="3854348033" sldId="296"/>
            <ac:picMk id="7" creationId="{4DAFE03A-738D-B0A2-824D-A75DAA4697DA}"/>
          </ac:picMkLst>
        </pc:picChg>
        <pc:picChg chg="mod modCrop">
          <ac:chgData name="Dragan Javorac" userId="913c2858-fb97-4c6e-a42c-b1f1a16b225e" providerId="ADAL" clId="{2D15B314-F941-42D5-9090-10C85CD5A56F}" dt="2023-10-17T06:43:09.136" v="486" actId="1076"/>
          <ac:picMkLst>
            <pc:docMk/>
            <pc:sldMk cId="3854348033" sldId="296"/>
            <ac:picMk id="9" creationId="{65EDF815-B732-3113-D6E5-B64FD6533693}"/>
          </ac:picMkLst>
        </pc:picChg>
      </pc:sldChg>
      <pc:sldChg chg="delSp modSp add mod">
        <pc:chgData name="Dragan Javorac" userId="913c2858-fb97-4c6e-a42c-b1f1a16b225e" providerId="ADAL" clId="{2D15B314-F941-42D5-9090-10C85CD5A56F}" dt="2023-10-17T06:43:50.554" v="519" actId="1076"/>
        <pc:sldMkLst>
          <pc:docMk/>
          <pc:sldMk cId="1225840758" sldId="297"/>
        </pc:sldMkLst>
        <pc:spChg chg="mod">
          <ac:chgData name="Dragan Javorac" userId="913c2858-fb97-4c6e-a42c-b1f1a16b225e" providerId="ADAL" clId="{2D15B314-F941-42D5-9090-10C85CD5A56F}" dt="2023-10-17T06:43:34.649" v="511" actId="20577"/>
          <ac:spMkLst>
            <pc:docMk/>
            <pc:sldMk cId="1225840758" sldId="297"/>
            <ac:spMk id="2" creationId="{59249F84-7683-7A1C-A158-E9E5BD087E59}"/>
          </ac:spMkLst>
        </pc:spChg>
        <pc:spChg chg="mod">
          <ac:chgData name="Dragan Javorac" userId="913c2858-fb97-4c6e-a42c-b1f1a16b225e" providerId="ADAL" clId="{2D15B314-F941-42D5-9090-10C85CD5A56F}" dt="2023-10-17T06:43:45.169" v="516" actId="20577"/>
          <ac:spMkLst>
            <pc:docMk/>
            <pc:sldMk cId="1225840758" sldId="297"/>
            <ac:spMk id="3" creationId="{73F8797C-A226-7836-7AC1-7E1ADAA37B9C}"/>
          </ac:spMkLst>
        </pc:spChg>
        <pc:picChg chg="del">
          <ac:chgData name="Dragan Javorac" userId="913c2858-fb97-4c6e-a42c-b1f1a16b225e" providerId="ADAL" clId="{2D15B314-F941-42D5-9090-10C85CD5A56F}" dt="2023-10-17T06:43:48.549" v="517" actId="478"/>
          <ac:picMkLst>
            <pc:docMk/>
            <pc:sldMk cId="1225840758" sldId="297"/>
            <ac:picMk id="7" creationId="{4DAFE03A-738D-B0A2-824D-A75DAA4697DA}"/>
          </ac:picMkLst>
        </pc:picChg>
        <pc:picChg chg="mod">
          <ac:chgData name="Dragan Javorac" userId="913c2858-fb97-4c6e-a42c-b1f1a16b225e" providerId="ADAL" clId="{2D15B314-F941-42D5-9090-10C85CD5A56F}" dt="2023-10-17T06:43:50.554" v="519" actId="1076"/>
          <ac:picMkLst>
            <pc:docMk/>
            <pc:sldMk cId="1225840758" sldId="297"/>
            <ac:picMk id="9" creationId="{65EDF815-B732-3113-D6E5-B64FD6533693}"/>
          </ac:picMkLst>
        </pc:picChg>
      </pc:sldChg>
      <pc:sldChg chg="addSp delSp modSp add mod">
        <pc:chgData name="Dragan Javorac" userId="913c2858-fb97-4c6e-a42c-b1f1a16b225e" providerId="ADAL" clId="{2D15B314-F941-42D5-9090-10C85CD5A56F}" dt="2023-10-17T06:45:55.022" v="682" actId="478"/>
        <pc:sldMkLst>
          <pc:docMk/>
          <pc:sldMk cId="3130200747" sldId="298"/>
        </pc:sldMkLst>
        <pc:spChg chg="mod">
          <ac:chgData name="Dragan Javorac" userId="913c2858-fb97-4c6e-a42c-b1f1a16b225e" providerId="ADAL" clId="{2D15B314-F941-42D5-9090-10C85CD5A56F}" dt="2023-10-17T06:45:18.343" v="593" actId="20577"/>
          <ac:spMkLst>
            <pc:docMk/>
            <pc:sldMk cId="3130200747" sldId="298"/>
            <ac:spMk id="2" creationId="{59249F84-7683-7A1C-A158-E9E5BD087E59}"/>
          </ac:spMkLst>
        </pc:spChg>
        <pc:spChg chg="mod">
          <ac:chgData name="Dragan Javorac" userId="913c2858-fb97-4c6e-a42c-b1f1a16b225e" providerId="ADAL" clId="{2D15B314-F941-42D5-9090-10C85CD5A56F}" dt="2023-10-17T06:45:44.695" v="677" actId="5793"/>
          <ac:spMkLst>
            <pc:docMk/>
            <pc:sldMk cId="3130200747" sldId="298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2D15B314-F941-42D5-9090-10C85CD5A56F}" dt="2023-10-17T06:45:55.022" v="682" actId="478"/>
          <ac:picMkLst>
            <pc:docMk/>
            <pc:sldMk cId="3130200747" sldId="298"/>
            <ac:picMk id="5" creationId="{5AB0EBD8-FE3A-56DC-6929-2734FBAC2970}"/>
          </ac:picMkLst>
        </pc:picChg>
        <pc:picChg chg="del">
          <ac:chgData name="Dragan Javorac" userId="913c2858-fb97-4c6e-a42c-b1f1a16b225e" providerId="ADAL" clId="{2D15B314-F941-42D5-9090-10C85CD5A56F}" dt="2023-10-17T06:45:46.919" v="678" actId="478"/>
          <ac:picMkLst>
            <pc:docMk/>
            <pc:sldMk cId="3130200747" sldId="298"/>
            <ac:picMk id="9" creationId="{65EDF815-B732-3113-D6E5-B64FD6533693}"/>
          </ac:picMkLst>
        </pc:picChg>
      </pc:sldChg>
      <pc:sldChg chg="addSp delSp modSp add mod">
        <pc:chgData name="Dragan Javorac" userId="913c2858-fb97-4c6e-a42c-b1f1a16b225e" providerId="ADAL" clId="{2D15B314-F941-42D5-9090-10C85CD5A56F}" dt="2023-10-17T06:47:49.241" v="889" actId="14100"/>
        <pc:sldMkLst>
          <pc:docMk/>
          <pc:sldMk cId="3669840767" sldId="299"/>
        </pc:sldMkLst>
        <pc:spChg chg="mod">
          <ac:chgData name="Dragan Javorac" userId="913c2858-fb97-4c6e-a42c-b1f1a16b225e" providerId="ADAL" clId="{2D15B314-F941-42D5-9090-10C85CD5A56F}" dt="2023-10-17T06:46:01.344" v="698" actId="20577"/>
          <ac:spMkLst>
            <pc:docMk/>
            <pc:sldMk cId="3669840767" sldId="299"/>
            <ac:spMk id="2" creationId="{59249F84-7683-7A1C-A158-E9E5BD087E59}"/>
          </ac:spMkLst>
        </pc:spChg>
        <pc:spChg chg="mod">
          <ac:chgData name="Dragan Javorac" userId="913c2858-fb97-4c6e-a42c-b1f1a16b225e" providerId="ADAL" clId="{2D15B314-F941-42D5-9090-10C85CD5A56F}" dt="2023-10-17T06:46:21.732" v="746" actId="14100"/>
          <ac:spMkLst>
            <pc:docMk/>
            <pc:sldMk cId="3669840767" sldId="299"/>
            <ac:spMk id="3" creationId="{73F8797C-A226-7836-7AC1-7E1ADAA37B9C}"/>
          </ac:spMkLst>
        </pc:spChg>
        <pc:spChg chg="add mod">
          <ac:chgData name="Dragan Javorac" userId="913c2858-fb97-4c6e-a42c-b1f1a16b225e" providerId="ADAL" clId="{2D15B314-F941-42D5-9090-10C85CD5A56F}" dt="2023-10-17T06:47:01.405" v="802" actId="14100"/>
          <ac:spMkLst>
            <pc:docMk/>
            <pc:sldMk cId="3669840767" sldId="299"/>
            <ac:spMk id="4" creationId="{ED4AE2EE-08AC-E864-346F-402183A1410F}"/>
          </ac:spMkLst>
        </pc:spChg>
        <pc:spChg chg="add mod">
          <ac:chgData name="Dragan Javorac" userId="913c2858-fb97-4c6e-a42c-b1f1a16b225e" providerId="ADAL" clId="{2D15B314-F941-42D5-9090-10C85CD5A56F}" dt="2023-10-17T06:47:49.241" v="889" actId="14100"/>
          <ac:spMkLst>
            <pc:docMk/>
            <pc:sldMk cId="3669840767" sldId="299"/>
            <ac:spMk id="8" creationId="{36C1CAAE-FA1B-D344-8A98-2D4DD8B74E09}"/>
          </ac:spMkLst>
        </pc:spChg>
        <pc:picChg chg="mod modCrop">
          <ac:chgData name="Dragan Javorac" userId="913c2858-fb97-4c6e-a42c-b1f1a16b225e" providerId="ADAL" clId="{2D15B314-F941-42D5-9090-10C85CD5A56F}" dt="2023-10-17T06:46:38.297" v="754" actId="1076"/>
          <ac:picMkLst>
            <pc:docMk/>
            <pc:sldMk cId="3669840767" sldId="299"/>
            <ac:picMk id="5" creationId="{5AB0EBD8-FE3A-56DC-6929-2734FBAC2970}"/>
          </ac:picMkLst>
        </pc:picChg>
        <pc:picChg chg="add del">
          <ac:chgData name="Dragan Javorac" userId="913c2858-fb97-4c6e-a42c-b1f1a16b225e" providerId="ADAL" clId="{2D15B314-F941-42D5-9090-10C85CD5A56F}" dt="2023-10-17T06:47:03.598" v="804" actId="22"/>
          <ac:picMkLst>
            <pc:docMk/>
            <pc:sldMk cId="3669840767" sldId="299"/>
            <ac:picMk id="7" creationId="{4127D9DC-2BDA-D54C-EB36-6113C039F5C5}"/>
          </ac:picMkLst>
        </pc:picChg>
      </pc:sldChg>
      <pc:sldChg chg="addSp delSp modSp add mod">
        <pc:chgData name="Dragan Javorac" userId="913c2858-fb97-4c6e-a42c-b1f1a16b225e" providerId="ADAL" clId="{2D15B314-F941-42D5-9090-10C85CD5A56F}" dt="2023-10-19T13:20:47.391" v="2126" actId="14100"/>
        <pc:sldMkLst>
          <pc:docMk/>
          <pc:sldMk cId="1007315549" sldId="300"/>
        </pc:sldMkLst>
        <pc:spChg chg="mod">
          <ac:chgData name="Dragan Javorac" userId="913c2858-fb97-4c6e-a42c-b1f1a16b225e" providerId="ADAL" clId="{2D15B314-F941-42D5-9090-10C85CD5A56F}" dt="2023-10-17T06:48:50.578" v="920" actId="20577"/>
          <ac:spMkLst>
            <pc:docMk/>
            <pc:sldMk cId="1007315549" sldId="300"/>
            <ac:spMk id="2" creationId="{59249F84-7683-7A1C-A158-E9E5BD087E59}"/>
          </ac:spMkLst>
        </pc:spChg>
        <pc:spChg chg="mod">
          <ac:chgData name="Dragan Javorac" userId="913c2858-fb97-4c6e-a42c-b1f1a16b225e" providerId="ADAL" clId="{2D15B314-F941-42D5-9090-10C85CD5A56F}" dt="2023-10-19T13:20:30.751" v="2119" actId="14100"/>
          <ac:spMkLst>
            <pc:docMk/>
            <pc:sldMk cId="1007315549" sldId="300"/>
            <ac:spMk id="4" creationId="{ED4AE2EE-08AC-E864-346F-402183A1410F}"/>
          </ac:spMkLst>
        </pc:spChg>
        <pc:spChg chg="mod">
          <ac:chgData name="Dragan Javorac" userId="913c2858-fb97-4c6e-a42c-b1f1a16b225e" providerId="ADAL" clId="{2D15B314-F941-42D5-9090-10C85CD5A56F}" dt="2023-10-19T13:20:47.391" v="2126" actId="14100"/>
          <ac:spMkLst>
            <pc:docMk/>
            <pc:sldMk cId="1007315549" sldId="300"/>
            <ac:spMk id="8" creationId="{36C1CAAE-FA1B-D344-8A98-2D4DD8B74E09}"/>
          </ac:spMkLst>
        </pc:spChg>
        <pc:picChg chg="del">
          <ac:chgData name="Dragan Javorac" userId="913c2858-fb97-4c6e-a42c-b1f1a16b225e" providerId="ADAL" clId="{2D15B314-F941-42D5-9090-10C85CD5A56F}" dt="2023-10-17T06:48:39.539" v="893" actId="478"/>
          <ac:picMkLst>
            <pc:docMk/>
            <pc:sldMk cId="1007315549" sldId="300"/>
            <ac:picMk id="5" creationId="{5AB0EBD8-FE3A-56DC-6929-2734FBAC2970}"/>
          </ac:picMkLst>
        </pc:picChg>
        <pc:picChg chg="add del mod ord modCrop">
          <ac:chgData name="Dragan Javorac" userId="913c2858-fb97-4c6e-a42c-b1f1a16b225e" providerId="ADAL" clId="{2D15B314-F941-42D5-9090-10C85CD5A56F}" dt="2023-10-19T13:20:15.851" v="2111" actId="478"/>
          <ac:picMkLst>
            <pc:docMk/>
            <pc:sldMk cId="1007315549" sldId="300"/>
            <ac:picMk id="6" creationId="{926FFB5B-3605-8A9E-6A5D-BD93798216B1}"/>
          </ac:picMkLst>
        </pc:picChg>
        <pc:picChg chg="add del mod ord">
          <ac:chgData name="Dragan Javorac" userId="913c2858-fb97-4c6e-a42c-b1f1a16b225e" providerId="ADAL" clId="{2D15B314-F941-42D5-9090-10C85CD5A56F}" dt="2023-10-19T13:12:04.151" v="2103" actId="478"/>
          <ac:picMkLst>
            <pc:docMk/>
            <pc:sldMk cId="1007315549" sldId="300"/>
            <ac:picMk id="7" creationId="{AF2B150A-269C-7BBB-B5D7-5D5C81B23562}"/>
          </ac:picMkLst>
        </pc:picChg>
        <pc:picChg chg="add mod ord modCrop">
          <ac:chgData name="Dragan Javorac" userId="913c2858-fb97-4c6e-a42c-b1f1a16b225e" providerId="ADAL" clId="{2D15B314-F941-42D5-9090-10C85CD5A56F}" dt="2023-10-19T13:20:33.301" v="2120" actId="1076"/>
          <ac:picMkLst>
            <pc:docMk/>
            <pc:sldMk cId="1007315549" sldId="300"/>
            <ac:picMk id="10" creationId="{BE2422B3-E0A1-9DE8-3974-16A741AFE479}"/>
          </ac:picMkLst>
        </pc:picChg>
      </pc:sldChg>
      <pc:sldChg chg="del">
        <pc:chgData name="Dragan Javorac" userId="913c2858-fb97-4c6e-a42c-b1f1a16b225e" providerId="ADAL" clId="{2D15B314-F941-42D5-9090-10C85CD5A56F}" dt="2023-10-10T07:30:13.663" v="11" actId="47"/>
        <pc:sldMkLst>
          <pc:docMk/>
          <pc:sldMk cId="1615776339" sldId="300"/>
        </pc:sldMkLst>
      </pc:sldChg>
      <pc:sldChg chg="addSp delSp modSp add mod">
        <pc:chgData name="Dragan Javorac" userId="913c2858-fb97-4c6e-a42c-b1f1a16b225e" providerId="ADAL" clId="{2D15B314-F941-42D5-9090-10C85CD5A56F}" dt="2023-10-19T13:11:42.560" v="2102" actId="14100"/>
        <pc:sldMkLst>
          <pc:docMk/>
          <pc:sldMk cId="2341108338" sldId="301"/>
        </pc:sldMkLst>
        <pc:spChg chg="mod">
          <ac:chgData name="Dragan Javorac" userId="913c2858-fb97-4c6e-a42c-b1f1a16b225e" providerId="ADAL" clId="{2D15B314-F941-42D5-9090-10C85CD5A56F}" dt="2023-10-17T06:49:58.729" v="1043" actId="20577"/>
          <ac:spMkLst>
            <pc:docMk/>
            <pc:sldMk cId="2341108338" sldId="301"/>
            <ac:spMk id="2" creationId="{59249F84-7683-7A1C-A158-E9E5BD087E59}"/>
          </ac:spMkLst>
        </pc:spChg>
        <pc:spChg chg="del mod">
          <ac:chgData name="Dragan Javorac" userId="913c2858-fb97-4c6e-a42c-b1f1a16b225e" providerId="ADAL" clId="{2D15B314-F941-42D5-9090-10C85CD5A56F}" dt="2023-10-17T06:53:47.523" v="1117" actId="478"/>
          <ac:spMkLst>
            <pc:docMk/>
            <pc:sldMk cId="2341108338" sldId="301"/>
            <ac:spMk id="3" creationId="{73F8797C-A226-7836-7AC1-7E1ADAA37B9C}"/>
          </ac:spMkLst>
        </pc:spChg>
        <pc:spChg chg="mod">
          <ac:chgData name="Dragan Javorac" userId="913c2858-fb97-4c6e-a42c-b1f1a16b225e" providerId="ADAL" clId="{2D15B314-F941-42D5-9090-10C85CD5A56F}" dt="2023-10-19T13:11:42.560" v="2102" actId="14100"/>
          <ac:spMkLst>
            <pc:docMk/>
            <pc:sldMk cId="2341108338" sldId="301"/>
            <ac:spMk id="4" creationId="{ED4AE2EE-08AC-E864-346F-402183A1410F}"/>
          </ac:spMkLst>
        </pc:spChg>
        <pc:spChg chg="mod">
          <ac:chgData name="Dragan Javorac" userId="913c2858-fb97-4c6e-a42c-b1f1a16b225e" providerId="ADAL" clId="{2D15B314-F941-42D5-9090-10C85CD5A56F}" dt="2023-10-17T07:18:46.837" v="1736" actId="14100"/>
          <ac:spMkLst>
            <pc:docMk/>
            <pc:sldMk cId="2341108338" sldId="301"/>
            <ac:spMk id="8" creationId="{36C1CAAE-FA1B-D344-8A98-2D4DD8B74E09}"/>
          </ac:spMkLst>
        </pc:spChg>
        <pc:spChg chg="add del mod">
          <ac:chgData name="Dragan Javorac" userId="913c2858-fb97-4c6e-a42c-b1f1a16b225e" providerId="ADAL" clId="{2D15B314-F941-42D5-9090-10C85CD5A56F}" dt="2023-10-17T06:53:49.310" v="1118" actId="478"/>
          <ac:spMkLst>
            <pc:docMk/>
            <pc:sldMk cId="2341108338" sldId="301"/>
            <ac:spMk id="10" creationId="{8B6A8CEC-725B-5C69-3DE3-BA872897E86C}"/>
          </ac:spMkLst>
        </pc:spChg>
        <pc:spChg chg="add mod">
          <ac:chgData name="Dragan Javorac" userId="913c2858-fb97-4c6e-a42c-b1f1a16b225e" providerId="ADAL" clId="{2D15B314-F941-42D5-9090-10C85CD5A56F}" dt="2023-10-17T06:54:11.654" v="1145" actId="14100"/>
          <ac:spMkLst>
            <pc:docMk/>
            <pc:sldMk cId="2341108338" sldId="301"/>
            <ac:spMk id="11" creationId="{A94FE9B8-D20C-37DA-E46C-A718B531795B}"/>
          </ac:spMkLst>
        </pc:spChg>
        <pc:picChg chg="add mod ord">
          <ac:chgData name="Dragan Javorac" userId="913c2858-fb97-4c6e-a42c-b1f1a16b225e" providerId="ADAL" clId="{2D15B314-F941-42D5-9090-10C85CD5A56F}" dt="2023-10-19T13:11:39.190" v="2101" actId="1076"/>
          <ac:picMkLst>
            <pc:docMk/>
            <pc:sldMk cId="2341108338" sldId="301"/>
            <ac:picMk id="5" creationId="{CE65DC5F-8F5E-7616-704C-39D77A490E40}"/>
          </ac:picMkLst>
        </pc:picChg>
        <pc:picChg chg="add del mod ord">
          <ac:chgData name="Dragan Javorac" userId="913c2858-fb97-4c6e-a42c-b1f1a16b225e" providerId="ADAL" clId="{2D15B314-F941-42D5-9090-10C85CD5A56F}" dt="2023-10-17T07:18:26.617" v="1729" actId="478"/>
          <ac:picMkLst>
            <pc:docMk/>
            <pc:sldMk cId="2341108338" sldId="301"/>
            <ac:picMk id="6" creationId="{85196D09-F352-B582-73AF-6F9C86C66E67}"/>
          </ac:picMkLst>
        </pc:picChg>
        <pc:picChg chg="del">
          <ac:chgData name="Dragan Javorac" userId="913c2858-fb97-4c6e-a42c-b1f1a16b225e" providerId="ADAL" clId="{2D15B314-F941-42D5-9090-10C85CD5A56F}" dt="2023-10-17T06:52:51.672" v="1044" actId="478"/>
          <ac:picMkLst>
            <pc:docMk/>
            <pc:sldMk cId="2341108338" sldId="301"/>
            <ac:picMk id="7" creationId="{AF2B150A-269C-7BBB-B5D7-5D5C81B23562}"/>
          </ac:picMkLst>
        </pc:picChg>
        <pc:picChg chg="add del mod ord">
          <ac:chgData name="Dragan Javorac" userId="913c2858-fb97-4c6e-a42c-b1f1a16b225e" providerId="ADAL" clId="{2D15B314-F941-42D5-9090-10C85CD5A56F}" dt="2023-10-19T13:11:29.921" v="2095" actId="478"/>
          <ac:picMkLst>
            <pc:docMk/>
            <pc:sldMk cId="2341108338" sldId="301"/>
            <ac:picMk id="13" creationId="{489B7C37-AE57-EA59-BE49-0B71D2CE2621}"/>
          </ac:picMkLst>
        </pc:picChg>
      </pc:sldChg>
      <pc:sldChg chg="del">
        <pc:chgData name="Dragan Javorac" userId="913c2858-fb97-4c6e-a42c-b1f1a16b225e" providerId="ADAL" clId="{2D15B314-F941-42D5-9090-10C85CD5A56F}" dt="2023-10-10T07:30:13.663" v="11" actId="47"/>
        <pc:sldMkLst>
          <pc:docMk/>
          <pc:sldMk cId="2740964328" sldId="301"/>
        </pc:sldMkLst>
      </pc:sldChg>
      <pc:sldChg chg="del">
        <pc:chgData name="Dragan Javorac" userId="913c2858-fb97-4c6e-a42c-b1f1a16b225e" providerId="ADAL" clId="{2D15B314-F941-42D5-9090-10C85CD5A56F}" dt="2023-10-10T07:30:13.663" v="11" actId="47"/>
        <pc:sldMkLst>
          <pc:docMk/>
          <pc:sldMk cId="511261774" sldId="302"/>
        </pc:sldMkLst>
      </pc:sldChg>
      <pc:sldChg chg="addSp delSp modSp add mod">
        <pc:chgData name="Dragan Javorac" userId="913c2858-fb97-4c6e-a42c-b1f1a16b225e" providerId="ADAL" clId="{2D15B314-F941-42D5-9090-10C85CD5A56F}" dt="2023-10-19T13:23:18.441" v="2236" actId="14100"/>
        <pc:sldMkLst>
          <pc:docMk/>
          <pc:sldMk cId="731032396" sldId="302"/>
        </pc:sldMkLst>
        <pc:spChg chg="mod">
          <ac:chgData name="Dragan Javorac" userId="913c2858-fb97-4c6e-a42c-b1f1a16b225e" providerId="ADAL" clId="{2D15B314-F941-42D5-9090-10C85CD5A56F}" dt="2023-10-19T13:22:24.987" v="2154" actId="1076"/>
          <ac:spMkLst>
            <pc:docMk/>
            <pc:sldMk cId="731032396" sldId="302"/>
            <ac:spMk id="2" creationId="{59249F84-7683-7A1C-A158-E9E5BD087E59}"/>
          </ac:spMkLst>
        </pc:spChg>
        <pc:spChg chg="del">
          <ac:chgData name="Dragan Javorac" userId="913c2858-fb97-4c6e-a42c-b1f1a16b225e" providerId="ADAL" clId="{2D15B314-F941-42D5-9090-10C85CD5A56F}" dt="2023-10-17T06:54:55.334" v="1152" actId="478"/>
          <ac:spMkLst>
            <pc:docMk/>
            <pc:sldMk cId="731032396" sldId="302"/>
            <ac:spMk id="4" creationId="{ED4AE2EE-08AC-E864-346F-402183A1410F}"/>
          </ac:spMkLst>
        </pc:spChg>
        <pc:spChg chg="add mod">
          <ac:chgData name="Dragan Javorac" userId="913c2858-fb97-4c6e-a42c-b1f1a16b225e" providerId="ADAL" clId="{2D15B314-F941-42D5-9090-10C85CD5A56F}" dt="2023-10-19T13:23:13.276" v="2234" actId="27636"/>
          <ac:spMkLst>
            <pc:docMk/>
            <pc:sldMk cId="731032396" sldId="302"/>
            <ac:spMk id="7" creationId="{D77CAB7F-CD83-9BD7-C425-6A47648BF41B}"/>
          </ac:spMkLst>
        </pc:spChg>
        <pc:spChg chg="del">
          <ac:chgData name="Dragan Javorac" userId="913c2858-fb97-4c6e-a42c-b1f1a16b225e" providerId="ADAL" clId="{2D15B314-F941-42D5-9090-10C85CD5A56F}" dt="2023-10-17T06:54:54.614" v="1151" actId="478"/>
          <ac:spMkLst>
            <pc:docMk/>
            <pc:sldMk cId="731032396" sldId="302"/>
            <ac:spMk id="8" creationId="{36C1CAAE-FA1B-D344-8A98-2D4DD8B74E09}"/>
          </ac:spMkLst>
        </pc:spChg>
        <pc:spChg chg="add mod">
          <ac:chgData name="Dragan Javorac" userId="913c2858-fb97-4c6e-a42c-b1f1a16b225e" providerId="ADAL" clId="{2D15B314-F941-42D5-9090-10C85CD5A56F}" dt="2023-10-19T13:22:51.731" v="2201" actId="20577"/>
          <ac:spMkLst>
            <pc:docMk/>
            <pc:sldMk cId="731032396" sldId="302"/>
            <ac:spMk id="8" creationId="{99A1B99E-D355-0D1F-C816-0B9FA8A22DFD}"/>
          </ac:spMkLst>
        </pc:spChg>
        <pc:spChg chg="add mod">
          <ac:chgData name="Dragan Javorac" userId="913c2858-fb97-4c6e-a42c-b1f1a16b225e" providerId="ADAL" clId="{2D15B314-F941-42D5-9090-10C85CD5A56F}" dt="2023-10-19T13:23:05.791" v="2232" actId="14100"/>
          <ac:spMkLst>
            <pc:docMk/>
            <pc:sldMk cId="731032396" sldId="302"/>
            <ac:spMk id="9" creationId="{AB274F7C-2CFA-32A0-DF04-010256A7AE01}"/>
          </ac:spMkLst>
        </pc:spChg>
        <pc:spChg chg="del">
          <ac:chgData name="Dragan Javorac" userId="913c2858-fb97-4c6e-a42c-b1f1a16b225e" providerId="ADAL" clId="{2D15B314-F941-42D5-9090-10C85CD5A56F}" dt="2023-10-17T06:54:52.998" v="1150" actId="478"/>
          <ac:spMkLst>
            <pc:docMk/>
            <pc:sldMk cId="731032396" sldId="302"/>
            <ac:spMk id="11" creationId="{A94FE9B8-D20C-37DA-E46C-A718B531795B}"/>
          </ac:spMkLst>
        </pc:spChg>
        <pc:spChg chg="add mod ord">
          <ac:chgData name="Dragan Javorac" userId="913c2858-fb97-4c6e-a42c-b1f1a16b225e" providerId="ADAL" clId="{2D15B314-F941-42D5-9090-10C85CD5A56F}" dt="2023-10-19T13:23:18.441" v="2236" actId="14100"/>
          <ac:spMkLst>
            <pc:docMk/>
            <pc:sldMk cId="731032396" sldId="302"/>
            <ac:spMk id="12" creationId="{2247BAE3-D320-28AD-43F1-FCA9AB3F121A}"/>
          </ac:spMkLst>
        </pc:spChg>
        <pc:picChg chg="add mod ord">
          <ac:chgData name="Dragan Javorac" userId="913c2858-fb97-4c6e-a42c-b1f1a16b225e" providerId="ADAL" clId="{2D15B314-F941-42D5-9090-10C85CD5A56F}" dt="2023-10-19T13:22:39.836" v="2162" actId="1076"/>
          <ac:picMkLst>
            <pc:docMk/>
            <pc:sldMk cId="731032396" sldId="302"/>
            <ac:picMk id="4" creationId="{C0FEA1F9-F46C-EBBF-0BBA-E6795CCDFF00}"/>
          </ac:picMkLst>
        </pc:picChg>
        <pc:picChg chg="add del mod">
          <ac:chgData name="Dragan Javorac" userId="913c2858-fb97-4c6e-a42c-b1f1a16b225e" providerId="ADAL" clId="{2D15B314-F941-42D5-9090-10C85CD5A56F}" dt="2023-10-17T07:14:02.476" v="1643" actId="478"/>
          <ac:picMkLst>
            <pc:docMk/>
            <pc:sldMk cId="731032396" sldId="302"/>
            <ac:picMk id="5" creationId="{87ADEB3E-DA10-138D-72C1-EC542BA781EF}"/>
          </ac:picMkLst>
        </pc:picChg>
        <pc:picChg chg="add mod">
          <ac:chgData name="Dragan Javorac" userId="913c2858-fb97-4c6e-a42c-b1f1a16b225e" providerId="ADAL" clId="{2D15B314-F941-42D5-9090-10C85CD5A56F}" dt="2023-10-19T13:22:33.184" v="2158" actId="1076"/>
          <ac:picMkLst>
            <pc:docMk/>
            <pc:sldMk cId="731032396" sldId="302"/>
            <ac:picMk id="6" creationId="{474F6B01-7827-D177-03F0-0FB4F37133A1}"/>
          </ac:picMkLst>
        </pc:picChg>
        <pc:picChg chg="del">
          <ac:chgData name="Dragan Javorac" userId="913c2858-fb97-4c6e-a42c-b1f1a16b225e" providerId="ADAL" clId="{2D15B314-F941-42D5-9090-10C85CD5A56F}" dt="2023-10-17T06:54:49.618" v="1147" actId="478"/>
          <ac:picMkLst>
            <pc:docMk/>
            <pc:sldMk cId="731032396" sldId="302"/>
            <ac:picMk id="6" creationId="{85196D09-F352-B582-73AF-6F9C86C66E67}"/>
          </ac:picMkLst>
        </pc:picChg>
        <pc:picChg chg="add del mod">
          <ac:chgData name="Dragan Javorac" userId="913c2858-fb97-4c6e-a42c-b1f1a16b225e" providerId="ADAL" clId="{2D15B314-F941-42D5-9090-10C85CD5A56F}" dt="2023-10-19T13:21:05.581" v="2127" actId="478"/>
          <ac:picMkLst>
            <pc:docMk/>
            <pc:sldMk cId="731032396" sldId="302"/>
            <ac:picMk id="10" creationId="{981EEC15-2C52-30DA-F7C3-6B86117D78B4}"/>
          </ac:picMkLst>
        </pc:picChg>
      </pc:sldChg>
      <pc:sldChg chg="add del">
        <pc:chgData name="Dragan Javorac" userId="913c2858-fb97-4c6e-a42c-b1f1a16b225e" providerId="ADAL" clId="{2D15B314-F941-42D5-9090-10C85CD5A56F}" dt="2023-10-17T06:55:11.888" v="1160" actId="47"/>
        <pc:sldMkLst>
          <pc:docMk/>
          <pc:sldMk cId="561902378" sldId="303"/>
        </pc:sldMkLst>
      </pc:sldChg>
      <pc:sldChg chg="del">
        <pc:chgData name="Dragan Javorac" userId="913c2858-fb97-4c6e-a42c-b1f1a16b225e" providerId="ADAL" clId="{2D15B314-F941-42D5-9090-10C85CD5A56F}" dt="2023-10-10T07:30:13.663" v="11" actId="47"/>
        <pc:sldMkLst>
          <pc:docMk/>
          <pc:sldMk cId="3592422952" sldId="303"/>
        </pc:sldMkLst>
      </pc:sldChg>
      <pc:sldChg chg="del">
        <pc:chgData name="Dragan Javorac" userId="913c2858-fb97-4c6e-a42c-b1f1a16b225e" providerId="ADAL" clId="{2D15B314-F941-42D5-9090-10C85CD5A56F}" dt="2023-10-10T07:30:13.663" v="11" actId="47"/>
        <pc:sldMkLst>
          <pc:docMk/>
          <pc:sldMk cId="1827646002" sldId="304"/>
        </pc:sldMkLst>
      </pc:sldChg>
      <pc:sldChg chg="addSp delSp modSp add mod ord">
        <pc:chgData name="Dragan Javorac" userId="913c2858-fb97-4c6e-a42c-b1f1a16b225e" providerId="ADAL" clId="{2D15B314-F941-42D5-9090-10C85CD5A56F}" dt="2023-10-17T06:59:14.246" v="1302" actId="14100"/>
        <pc:sldMkLst>
          <pc:docMk/>
          <pc:sldMk cId="2385451361" sldId="304"/>
        </pc:sldMkLst>
        <pc:spChg chg="mod">
          <ac:chgData name="Dragan Javorac" userId="913c2858-fb97-4c6e-a42c-b1f1a16b225e" providerId="ADAL" clId="{2D15B314-F941-42D5-9090-10C85CD5A56F}" dt="2023-10-17T06:55:15.548" v="1169" actId="20577"/>
          <ac:spMkLst>
            <pc:docMk/>
            <pc:sldMk cId="2385451361" sldId="304"/>
            <ac:spMk id="2" creationId="{59249F84-7683-7A1C-A158-E9E5BD087E59}"/>
          </ac:spMkLst>
        </pc:spChg>
        <pc:spChg chg="add del mod">
          <ac:chgData name="Dragan Javorac" userId="913c2858-fb97-4c6e-a42c-b1f1a16b225e" providerId="ADAL" clId="{2D15B314-F941-42D5-9090-10C85CD5A56F}" dt="2023-10-17T06:58:20.467" v="1211" actId="20577"/>
          <ac:spMkLst>
            <pc:docMk/>
            <pc:sldMk cId="2385451361" sldId="304"/>
            <ac:spMk id="3" creationId="{73F8797C-A226-7836-7AC1-7E1ADAA37B9C}"/>
          </ac:spMkLst>
        </pc:spChg>
        <pc:spChg chg="mod">
          <ac:chgData name="Dragan Javorac" userId="913c2858-fb97-4c6e-a42c-b1f1a16b225e" providerId="ADAL" clId="{2D15B314-F941-42D5-9090-10C85CD5A56F}" dt="2023-10-17T06:58:55.620" v="1274" actId="14100"/>
          <ac:spMkLst>
            <pc:docMk/>
            <pc:sldMk cId="2385451361" sldId="304"/>
            <ac:spMk id="4" creationId="{ED4AE2EE-08AC-E864-346F-402183A1410F}"/>
          </ac:spMkLst>
        </pc:spChg>
        <pc:spChg chg="mod">
          <ac:chgData name="Dragan Javorac" userId="913c2858-fb97-4c6e-a42c-b1f1a16b225e" providerId="ADAL" clId="{2D15B314-F941-42D5-9090-10C85CD5A56F}" dt="2023-10-17T06:58:43.270" v="1263" actId="14100"/>
          <ac:spMkLst>
            <pc:docMk/>
            <pc:sldMk cId="2385451361" sldId="304"/>
            <ac:spMk id="8" creationId="{36C1CAAE-FA1B-D344-8A98-2D4DD8B74E09}"/>
          </ac:spMkLst>
        </pc:spChg>
        <pc:spChg chg="add del mod">
          <ac:chgData name="Dragan Javorac" userId="913c2858-fb97-4c6e-a42c-b1f1a16b225e" providerId="ADAL" clId="{2D15B314-F941-42D5-9090-10C85CD5A56F}" dt="2023-10-17T06:57:22.811" v="1176" actId="478"/>
          <ac:spMkLst>
            <pc:docMk/>
            <pc:sldMk cId="2385451361" sldId="304"/>
            <ac:spMk id="10" creationId="{E12605AF-445F-F851-DC1C-183198C4E6F0}"/>
          </ac:spMkLst>
        </pc:spChg>
        <pc:spChg chg="add mod">
          <ac:chgData name="Dragan Javorac" userId="913c2858-fb97-4c6e-a42c-b1f1a16b225e" providerId="ADAL" clId="{2D15B314-F941-42D5-9090-10C85CD5A56F}" dt="2023-10-17T06:59:03.434" v="1289" actId="20577"/>
          <ac:spMkLst>
            <pc:docMk/>
            <pc:sldMk cId="2385451361" sldId="304"/>
            <ac:spMk id="13" creationId="{61A2725E-0329-DE74-142E-ACC462CEFDC2}"/>
          </ac:spMkLst>
        </pc:spChg>
        <pc:spChg chg="add mod">
          <ac:chgData name="Dragan Javorac" userId="913c2858-fb97-4c6e-a42c-b1f1a16b225e" providerId="ADAL" clId="{2D15B314-F941-42D5-9090-10C85CD5A56F}" dt="2023-10-17T06:59:14.246" v="1302" actId="14100"/>
          <ac:spMkLst>
            <pc:docMk/>
            <pc:sldMk cId="2385451361" sldId="304"/>
            <ac:spMk id="14" creationId="{0D4BB824-892F-589B-B706-02E0873530BE}"/>
          </ac:spMkLst>
        </pc:spChg>
        <pc:picChg chg="add del mod">
          <ac:chgData name="Dragan Javorac" userId="913c2858-fb97-4c6e-a42c-b1f1a16b225e" providerId="ADAL" clId="{2D15B314-F941-42D5-9090-10C85CD5A56F}" dt="2023-10-17T06:58:10.132" v="1177" actId="478"/>
          <ac:picMkLst>
            <pc:docMk/>
            <pc:sldMk cId="2385451361" sldId="304"/>
            <ac:picMk id="6" creationId="{1A75821D-8A64-D3C4-BB23-E2E97F9E29CF}"/>
          </ac:picMkLst>
        </pc:picChg>
        <pc:picChg chg="del">
          <ac:chgData name="Dragan Javorac" userId="913c2858-fb97-4c6e-a42c-b1f1a16b225e" providerId="ADAL" clId="{2D15B314-F941-42D5-9090-10C85CD5A56F}" dt="2023-10-17T06:57:16.418" v="1171" actId="478"/>
          <ac:picMkLst>
            <pc:docMk/>
            <pc:sldMk cId="2385451361" sldId="304"/>
            <ac:picMk id="7" creationId="{AF2B150A-269C-7BBB-B5D7-5D5C81B23562}"/>
          </ac:picMkLst>
        </pc:picChg>
        <pc:picChg chg="add mod ord">
          <ac:chgData name="Dragan Javorac" userId="913c2858-fb97-4c6e-a42c-b1f1a16b225e" providerId="ADAL" clId="{2D15B314-F941-42D5-9090-10C85CD5A56F}" dt="2023-10-17T06:58:24.707" v="1213" actId="1076"/>
          <ac:picMkLst>
            <pc:docMk/>
            <pc:sldMk cId="2385451361" sldId="304"/>
            <ac:picMk id="12" creationId="{7704F222-1A5B-0CBF-EDC9-098E4EE1D736}"/>
          </ac:picMkLst>
        </pc:picChg>
      </pc:sldChg>
      <pc:sldChg chg="addSp delSp modSp add mod">
        <pc:chgData name="Dragan Javorac" userId="913c2858-fb97-4c6e-a42c-b1f1a16b225e" providerId="ADAL" clId="{2D15B314-F941-42D5-9090-10C85CD5A56F}" dt="2023-10-19T13:24:06.321" v="2246" actId="14100"/>
        <pc:sldMkLst>
          <pc:docMk/>
          <pc:sldMk cId="1780135337" sldId="305"/>
        </pc:sldMkLst>
        <pc:spChg chg="add mod">
          <ac:chgData name="Dragan Javorac" userId="913c2858-fb97-4c6e-a42c-b1f1a16b225e" providerId="ADAL" clId="{2D15B314-F941-42D5-9090-10C85CD5A56F}" dt="2023-10-19T13:24:06.321" v="2246" actId="14100"/>
          <ac:spMkLst>
            <pc:docMk/>
            <pc:sldMk cId="1780135337" sldId="305"/>
            <ac:spMk id="8" creationId="{5A6D6A0A-5A94-EFD5-0BFA-43FB9F83E799}"/>
          </ac:spMkLst>
        </pc:spChg>
        <pc:spChg chg="add mod">
          <ac:chgData name="Dragan Javorac" userId="913c2858-fb97-4c6e-a42c-b1f1a16b225e" providerId="ADAL" clId="{2D15B314-F941-42D5-9090-10C85CD5A56F}" dt="2023-10-19T13:24:00.211" v="2244" actId="14100"/>
          <ac:spMkLst>
            <pc:docMk/>
            <pc:sldMk cId="1780135337" sldId="305"/>
            <ac:spMk id="9" creationId="{02A5010D-3AE9-C271-C9D2-66B26CDD1C32}"/>
          </ac:spMkLst>
        </pc:spChg>
        <pc:spChg chg="add mod">
          <ac:chgData name="Dragan Javorac" userId="913c2858-fb97-4c6e-a42c-b1f1a16b225e" providerId="ADAL" clId="{2D15B314-F941-42D5-9090-10C85CD5A56F}" dt="2023-10-19T13:23:56.861" v="2243" actId="1076"/>
          <ac:spMkLst>
            <pc:docMk/>
            <pc:sldMk cId="1780135337" sldId="305"/>
            <ac:spMk id="10" creationId="{F7233305-B0D7-0A9D-EB5B-F941A241C4A4}"/>
          </ac:spMkLst>
        </pc:spChg>
        <pc:spChg chg="add del mod">
          <ac:chgData name="Dragan Javorac" userId="913c2858-fb97-4c6e-a42c-b1f1a16b225e" providerId="ADAL" clId="{2D15B314-F941-42D5-9090-10C85CD5A56F}" dt="2023-10-17T07:26:38.378" v="1888"/>
          <ac:spMkLst>
            <pc:docMk/>
            <pc:sldMk cId="1780135337" sldId="305"/>
            <ac:spMk id="11" creationId="{132426CA-54A7-13A7-7F27-32F4D0940449}"/>
          </ac:spMkLst>
        </pc:spChg>
        <pc:picChg chg="add mod ord">
          <ac:chgData name="Dragan Javorac" userId="913c2858-fb97-4c6e-a42c-b1f1a16b225e" providerId="ADAL" clId="{2D15B314-F941-42D5-9090-10C85CD5A56F}" dt="2023-10-19T13:23:53.021" v="2242" actId="14100"/>
          <ac:picMkLst>
            <pc:docMk/>
            <pc:sldMk cId="1780135337" sldId="305"/>
            <ac:picMk id="4" creationId="{026426F3-A7AA-4402-FD0D-9570A6A8F430}"/>
          </ac:picMkLst>
        </pc:picChg>
        <pc:picChg chg="add del mod">
          <ac:chgData name="Dragan Javorac" userId="913c2858-fb97-4c6e-a42c-b1f1a16b225e" providerId="ADAL" clId="{2D15B314-F941-42D5-9090-10C85CD5A56F}" dt="2023-10-17T07:18:00.208" v="1722" actId="478"/>
          <ac:picMkLst>
            <pc:docMk/>
            <pc:sldMk cId="1780135337" sldId="305"/>
            <ac:picMk id="4" creationId="{2D93957D-939E-2B7D-15DC-998BEBBF5691}"/>
          </ac:picMkLst>
        </pc:picChg>
        <pc:picChg chg="del">
          <ac:chgData name="Dragan Javorac" userId="913c2858-fb97-4c6e-a42c-b1f1a16b225e" providerId="ADAL" clId="{2D15B314-F941-42D5-9090-10C85CD5A56F}" dt="2023-10-17T07:04:23.146" v="1443" actId="478"/>
          <ac:picMkLst>
            <pc:docMk/>
            <pc:sldMk cId="1780135337" sldId="305"/>
            <ac:picMk id="5" creationId="{87ADEB3E-DA10-138D-72C1-EC542BA781EF}"/>
          </ac:picMkLst>
        </pc:picChg>
        <pc:picChg chg="add del mod">
          <ac:chgData name="Dragan Javorac" userId="913c2858-fb97-4c6e-a42c-b1f1a16b225e" providerId="ADAL" clId="{2D15B314-F941-42D5-9090-10C85CD5A56F}" dt="2023-10-19T13:23:47.801" v="2239" actId="478"/>
          <ac:picMkLst>
            <pc:docMk/>
            <pc:sldMk cId="1780135337" sldId="305"/>
            <ac:picMk id="7" creationId="{376DB51F-7577-798A-D1A4-6BE9C4CEF33C}"/>
          </ac:picMkLst>
        </pc:picChg>
      </pc:sldChg>
      <pc:sldChg chg="del">
        <pc:chgData name="Dragan Javorac" userId="913c2858-fb97-4c6e-a42c-b1f1a16b225e" providerId="ADAL" clId="{2D15B314-F941-42D5-9090-10C85CD5A56F}" dt="2023-10-10T07:30:13.663" v="11" actId="47"/>
        <pc:sldMkLst>
          <pc:docMk/>
          <pc:sldMk cId="3177317804" sldId="305"/>
        </pc:sldMkLst>
      </pc:sldChg>
      <pc:sldChg chg="addSp delSp modSp add mod">
        <pc:chgData name="Dragan Javorac" userId="913c2858-fb97-4c6e-a42c-b1f1a16b225e" providerId="ADAL" clId="{2D15B314-F941-42D5-9090-10C85CD5A56F}" dt="2023-10-17T07:03:54.192" v="1442" actId="1076"/>
        <pc:sldMkLst>
          <pc:docMk/>
          <pc:sldMk cId="2577660556" sldId="306"/>
        </pc:sldMkLst>
        <pc:spChg chg="mod">
          <ac:chgData name="Dragan Javorac" userId="913c2858-fb97-4c6e-a42c-b1f1a16b225e" providerId="ADAL" clId="{2D15B314-F941-42D5-9090-10C85CD5A56F}" dt="2023-10-17T07:03:07.365" v="1419" actId="20577"/>
          <ac:spMkLst>
            <pc:docMk/>
            <pc:sldMk cId="2577660556" sldId="306"/>
            <ac:spMk id="2" creationId="{59249F84-7683-7A1C-A158-E9E5BD087E59}"/>
          </ac:spMkLst>
        </pc:spChg>
        <pc:spChg chg="del">
          <ac:chgData name="Dragan Javorac" userId="913c2858-fb97-4c6e-a42c-b1f1a16b225e" providerId="ADAL" clId="{2D15B314-F941-42D5-9090-10C85CD5A56F}" dt="2023-10-17T07:03:09.559" v="1420" actId="478"/>
          <ac:spMkLst>
            <pc:docMk/>
            <pc:sldMk cId="2577660556" sldId="306"/>
            <ac:spMk id="3" creationId="{73F8797C-A226-7836-7AC1-7E1ADAA37B9C}"/>
          </ac:spMkLst>
        </pc:spChg>
        <pc:spChg chg="del">
          <ac:chgData name="Dragan Javorac" userId="913c2858-fb97-4c6e-a42c-b1f1a16b225e" providerId="ADAL" clId="{2D15B314-F941-42D5-9090-10C85CD5A56F}" dt="2023-10-17T07:01:56.885" v="1389" actId="478"/>
          <ac:spMkLst>
            <pc:docMk/>
            <pc:sldMk cId="2577660556" sldId="306"/>
            <ac:spMk id="4" creationId="{ED4AE2EE-08AC-E864-346F-402183A1410F}"/>
          </ac:spMkLst>
        </pc:spChg>
        <pc:spChg chg="del mod">
          <ac:chgData name="Dragan Javorac" userId="913c2858-fb97-4c6e-a42c-b1f1a16b225e" providerId="ADAL" clId="{2D15B314-F941-42D5-9090-10C85CD5A56F}" dt="2023-10-17T07:01:55.998" v="1388" actId="478"/>
          <ac:spMkLst>
            <pc:docMk/>
            <pc:sldMk cId="2577660556" sldId="306"/>
            <ac:spMk id="8" creationId="{36C1CAAE-FA1B-D344-8A98-2D4DD8B74E09}"/>
          </ac:spMkLst>
        </pc:spChg>
        <pc:spChg chg="del mod">
          <ac:chgData name="Dragan Javorac" userId="913c2858-fb97-4c6e-a42c-b1f1a16b225e" providerId="ADAL" clId="{2D15B314-F941-42D5-9090-10C85CD5A56F}" dt="2023-10-17T07:01:55.998" v="1388" actId="478"/>
          <ac:spMkLst>
            <pc:docMk/>
            <pc:sldMk cId="2577660556" sldId="306"/>
            <ac:spMk id="13" creationId="{61A2725E-0329-DE74-142E-ACC462CEFDC2}"/>
          </ac:spMkLst>
        </pc:spChg>
        <pc:spChg chg="del">
          <ac:chgData name="Dragan Javorac" userId="913c2858-fb97-4c6e-a42c-b1f1a16b225e" providerId="ADAL" clId="{2D15B314-F941-42D5-9090-10C85CD5A56F}" dt="2023-10-17T07:01:57.678" v="1390" actId="478"/>
          <ac:spMkLst>
            <pc:docMk/>
            <pc:sldMk cId="2577660556" sldId="306"/>
            <ac:spMk id="14" creationId="{0D4BB824-892F-589B-B706-02E0873530BE}"/>
          </ac:spMkLst>
        </pc:spChg>
        <pc:spChg chg="add del mod">
          <ac:chgData name="Dragan Javorac" userId="913c2858-fb97-4c6e-a42c-b1f1a16b225e" providerId="ADAL" clId="{2D15B314-F941-42D5-9090-10C85CD5A56F}" dt="2023-10-17T07:01:55.998" v="1388" actId="478"/>
          <ac:spMkLst>
            <pc:docMk/>
            <pc:sldMk cId="2577660556" sldId="306"/>
            <ac:spMk id="15" creationId="{5F0E7C83-0A18-4912-2E5D-400179199C84}"/>
          </ac:spMkLst>
        </pc:spChg>
        <pc:spChg chg="add del mod">
          <ac:chgData name="Dragan Javorac" userId="913c2858-fb97-4c6e-a42c-b1f1a16b225e" providerId="ADAL" clId="{2D15B314-F941-42D5-9090-10C85CD5A56F}" dt="2023-10-17T07:03:10.855" v="1421" actId="478"/>
          <ac:spMkLst>
            <pc:docMk/>
            <pc:sldMk cId="2577660556" sldId="306"/>
            <ac:spMk id="27" creationId="{F6322897-7C4B-9DA0-81FB-20BE37773070}"/>
          </ac:spMkLst>
        </pc:spChg>
        <pc:picChg chg="add del mod ord">
          <ac:chgData name="Dragan Javorac" userId="913c2858-fb97-4c6e-a42c-b1f1a16b225e" providerId="ADAL" clId="{2D15B314-F941-42D5-9090-10C85CD5A56F}" dt="2023-10-17T07:03:38.207" v="1434" actId="478"/>
          <ac:picMkLst>
            <pc:docMk/>
            <pc:sldMk cId="2577660556" sldId="306"/>
            <ac:picMk id="6" creationId="{2E0889B5-158B-E1B0-434E-AE6361E51849}"/>
          </ac:picMkLst>
        </pc:picChg>
        <pc:picChg chg="add del mod ord">
          <ac:chgData name="Dragan Javorac" userId="913c2858-fb97-4c6e-a42c-b1f1a16b225e" providerId="ADAL" clId="{2D15B314-F941-42D5-9090-10C85CD5A56F}" dt="2023-10-17T07:03:38.207" v="1434" actId="478"/>
          <ac:picMkLst>
            <pc:docMk/>
            <pc:sldMk cId="2577660556" sldId="306"/>
            <ac:picMk id="9" creationId="{A5BA33BD-A7A0-3598-1917-6E56C075D109}"/>
          </ac:picMkLst>
        </pc:picChg>
        <pc:picChg chg="add mod ord">
          <ac:chgData name="Dragan Javorac" userId="913c2858-fb97-4c6e-a42c-b1f1a16b225e" providerId="ADAL" clId="{2D15B314-F941-42D5-9090-10C85CD5A56F}" dt="2023-10-17T07:03:54.192" v="1442" actId="1076"/>
          <ac:picMkLst>
            <pc:docMk/>
            <pc:sldMk cId="2577660556" sldId="306"/>
            <ac:picMk id="11" creationId="{87417D64-CE85-0BA5-AE50-203C4920BBBF}"/>
          </ac:picMkLst>
        </pc:picChg>
        <pc:picChg chg="del">
          <ac:chgData name="Dragan Javorac" userId="913c2858-fb97-4c6e-a42c-b1f1a16b225e" providerId="ADAL" clId="{2D15B314-F941-42D5-9090-10C85CD5A56F}" dt="2023-10-17T07:00:35.172" v="1343" actId="478"/>
          <ac:picMkLst>
            <pc:docMk/>
            <pc:sldMk cId="2577660556" sldId="306"/>
            <ac:picMk id="12" creationId="{7704F222-1A5B-0CBF-EDC9-098E4EE1D736}"/>
          </ac:picMkLst>
        </pc:picChg>
        <pc:picChg chg="add del mod">
          <ac:chgData name="Dragan Javorac" userId="913c2858-fb97-4c6e-a42c-b1f1a16b225e" providerId="ADAL" clId="{2D15B314-F941-42D5-9090-10C85CD5A56F}" dt="2023-10-17T07:03:38.207" v="1434" actId="478"/>
          <ac:picMkLst>
            <pc:docMk/>
            <pc:sldMk cId="2577660556" sldId="306"/>
            <ac:picMk id="17" creationId="{33F6E4D3-4DBC-3E5A-0B57-A5EEAC48B1B1}"/>
          </ac:picMkLst>
        </pc:picChg>
        <pc:picChg chg="add del mod">
          <ac:chgData name="Dragan Javorac" userId="913c2858-fb97-4c6e-a42c-b1f1a16b225e" providerId="ADAL" clId="{2D15B314-F941-42D5-9090-10C85CD5A56F}" dt="2023-10-17T07:03:38.207" v="1434" actId="478"/>
          <ac:picMkLst>
            <pc:docMk/>
            <pc:sldMk cId="2577660556" sldId="306"/>
            <ac:picMk id="19" creationId="{888C6AC4-BC1F-EC1C-1730-B01D1B81EA40}"/>
          </ac:picMkLst>
        </pc:picChg>
        <pc:picChg chg="add mod">
          <ac:chgData name="Dragan Javorac" userId="913c2858-fb97-4c6e-a42c-b1f1a16b225e" providerId="ADAL" clId="{2D15B314-F941-42D5-9090-10C85CD5A56F}" dt="2023-10-17T07:03:49.092" v="1439" actId="1076"/>
          <ac:picMkLst>
            <pc:docMk/>
            <pc:sldMk cId="2577660556" sldId="306"/>
            <ac:picMk id="21" creationId="{F83EAF53-8345-CAC9-01A8-13E905444EE5}"/>
          </ac:picMkLst>
        </pc:picChg>
        <pc:picChg chg="add mod">
          <ac:chgData name="Dragan Javorac" userId="913c2858-fb97-4c6e-a42c-b1f1a16b225e" providerId="ADAL" clId="{2D15B314-F941-42D5-9090-10C85CD5A56F}" dt="2023-10-17T07:03:51.013" v="1440" actId="14100"/>
          <ac:picMkLst>
            <pc:docMk/>
            <pc:sldMk cId="2577660556" sldId="306"/>
            <ac:picMk id="23" creationId="{311D9380-64B9-416E-CEC0-F9B5DA150592}"/>
          </ac:picMkLst>
        </pc:picChg>
        <pc:picChg chg="add mod">
          <ac:chgData name="Dragan Javorac" userId="913c2858-fb97-4c6e-a42c-b1f1a16b225e" providerId="ADAL" clId="{2D15B314-F941-42D5-9090-10C85CD5A56F}" dt="2023-10-17T07:03:52.072" v="1441" actId="1076"/>
          <ac:picMkLst>
            <pc:docMk/>
            <pc:sldMk cId="2577660556" sldId="306"/>
            <ac:picMk id="25" creationId="{C1F41D62-BBB1-F729-AF1E-9BB9BFE6677D}"/>
          </ac:picMkLst>
        </pc:picChg>
      </pc:sldChg>
      <pc:sldChg chg="delSp modSp add mod">
        <pc:chgData name="Dragan Javorac" userId="913c2858-fb97-4c6e-a42c-b1f1a16b225e" providerId="ADAL" clId="{2D15B314-F941-42D5-9090-10C85CD5A56F}" dt="2023-10-17T07:03:35.261" v="1433" actId="1076"/>
        <pc:sldMkLst>
          <pc:docMk/>
          <pc:sldMk cId="2411395269" sldId="307"/>
        </pc:sldMkLst>
        <pc:picChg chg="mod">
          <ac:chgData name="Dragan Javorac" userId="913c2858-fb97-4c6e-a42c-b1f1a16b225e" providerId="ADAL" clId="{2D15B314-F941-42D5-9090-10C85CD5A56F}" dt="2023-10-17T07:03:35.261" v="1433" actId="1076"/>
          <ac:picMkLst>
            <pc:docMk/>
            <pc:sldMk cId="2411395269" sldId="307"/>
            <ac:picMk id="6" creationId="{2E0889B5-158B-E1B0-434E-AE6361E51849}"/>
          </ac:picMkLst>
        </pc:picChg>
        <pc:picChg chg="mod">
          <ac:chgData name="Dragan Javorac" userId="913c2858-fb97-4c6e-a42c-b1f1a16b225e" providerId="ADAL" clId="{2D15B314-F941-42D5-9090-10C85CD5A56F}" dt="2023-10-17T07:03:33.777" v="1432" actId="1076"/>
          <ac:picMkLst>
            <pc:docMk/>
            <pc:sldMk cId="2411395269" sldId="307"/>
            <ac:picMk id="9" creationId="{A5BA33BD-A7A0-3598-1917-6E56C075D109}"/>
          </ac:picMkLst>
        </pc:picChg>
        <pc:picChg chg="del">
          <ac:chgData name="Dragan Javorac" userId="913c2858-fb97-4c6e-a42c-b1f1a16b225e" providerId="ADAL" clId="{2D15B314-F941-42D5-9090-10C85CD5A56F}" dt="2023-10-17T07:03:23.249" v="1425" actId="478"/>
          <ac:picMkLst>
            <pc:docMk/>
            <pc:sldMk cId="2411395269" sldId="307"/>
            <ac:picMk id="11" creationId="{87417D64-CE85-0BA5-AE50-203C4920BBBF}"/>
          </ac:picMkLst>
        </pc:picChg>
        <pc:picChg chg="mod">
          <ac:chgData name="Dragan Javorac" userId="913c2858-fb97-4c6e-a42c-b1f1a16b225e" providerId="ADAL" clId="{2D15B314-F941-42D5-9090-10C85CD5A56F}" dt="2023-10-17T07:03:28.732" v="1428" actId="14100"/>
          <ac:picMkLst>
            <pc:docMk/>
            <pc:sldMk cId="2411395269" sldId="307"/>
            <ac:picMk id="17" creationId="{33F6E4D3-4DBC-3E5A-0B57-A5EEAC48B1B1}"/>
          </ac:picMkLst>
        </pc:picChg>
        <pc:picChg chg="mod">
          <ac:chgData name="Dragan Javorac" userId="913c2858-fb97-4c6e-a42c-b1f1a16b225e" providerId="ADAL" clId="{2D15B314-F941-42D5-9090-10C85CD5A56F}" dt="2023-10-17T07:03:30.630" v="1430" actId="1076"/>
          <ac:picMkLst>
            <pc:docMk/>
            <pc:sldMk cId="2411395269" sldId="307"/>
            <ac:picMk id="19" creationId="{888C6AC4-BC1F-EC1C-1730-B01D1B81EA40}"/>
          </ac:picMkLst>
        </pc:picChg>
        <pc:picChg chg="del">
          <ac:chgData name="Dragan Javorac" userId="913c2858-fb97-4c6e-a42c-b1f1a16b225e" providerId="ADAL" clId="{2D15B314-F941-42D5-9090-10C85CD5A56F}" dt="2023-10-17T07:03:23.249" v="1425" actId="478"/>
          <ac:picMkLst>
            <pc:docMk/>
            <pc:sldMk cId="2411395269" sldId="307"/>
            <ac:picMk id="21" creationId="{F83EAF53-8345-CAC9-01A8-13E905444EE5}"/>
          </ac:picMkLst>
        </pc:picChg>
        <pc:picChg chg="del">
          <ac:chgData name="Dragan Javorac" userId="913c2858-fb97-4c6e-a42c-b1f1a16b225e" providerId="ADAL" clId="{2D15B314-F941-42D5-9090-10C85CD5A56F}" dt="2023-10-17T07:03:23.249" v="1425" actId="478"/>
          <ac:picMkLst>
            <pc:docMk/>
            <pc:sldMk cId="2411395269" sldId="307"/>
            <ac:picMk id="23" creationId="{311D9380-64B9-416E-CEC0-F9B5DA150592}"/>
          </ac:picMkLst>
        </pc:picChg>
        <pc:picChg chg="del">
          <ac:chgData name="Dragan Javorac" userId="913c2858-fb97-4c6e-a42c-b1f1a16b225e" providerId="ADAL" clId="{2D15B314-F941-42D5-9090-10C85CD5A56F}" dt="2023-10-17T07:03:23.249" v="1425" actId="478"/>
          <ac:picMkLst>
            <pc:docMk/>
            <pc:sldMk cId="2411395269" sldId="307"/>
            <ac:picMk id="25" creationId="{C1F41D62-BBB1-F729-AF1E-9BB9BFE6677D}"/>
          </ac:picMkLst>
        </pc:picChg>
      </pc:sldChg>
      <pc:sldChg chg="addSp delSp modSp add del mod ord">
        <pc:chgData name="Dragan Javorac" userId="913c2858-fb97-4c6e-a42c-b1f1a16b225e" providerId="ADAL" clId="{2D15B314-F941-42D5-9090-10C85CD5A56F}" dt="2023-10-17T07:19:00.896" v="1738" actId="47"/>
        <pc:sldMkLst>
          <pc:docMk/>
          <pc:sldMk cId="2072559969" sldId="308"/>
        </pc:sldMkLst>
        <pc:spChg chg="mod">
          <ac:chgData name="Dragan Javorac" userId="913c2858-fb97-4c6e-a42c-b1f1a16b225e" providerId="ADAL" clId="{2D15B314-F941-42D5-9090-10C85CD5A56F}" dt="2023-10-17T07:09:46.415" v="1536" actId="20577"/>
          <ac:spMkLst>
            <pc:docMk/>
            <pc:sldMk cId="2072559969" sldId="308"/>
            <ac:spMk id="2" creationId="{59249F84-7683-7A1C-A158-E9E5BD087E59}"/>
          </ac:spMkLst>
        </pc:spChg>
        <pc:picChg chg="add mod modCrop">
          <ac:chgData name="Dragan Javorac" userId="913c2858-fb97-4c6e-a42c-b1f1a16b225e" providerId="ADAL" clId="{2D15B314-F941-42D5-9090-10C85CD5A56F}" dt="2023-10-17T07:07:15.985" v="1484" actId="14100"/>
          <ac:picMkLst>
            <pc:docMk/>
            <pc:sldMk cId="2072559969" sldId="308"/>
            <ac:picMk id="4" creationId="{A2E26E0E-F2D9-6CD2-4D89-F4E8D56B1975}"/>
          </ac:picMkLst>
        </pc:picChg>
        <pc:picChg chg="del">
          <ac:chgData name="Dragan Javorac" userId="913c2858-fb97-4c6e-a42c-b1f1a16b225e" providerId="ADAL" clId="{2D15B314-F941-42D5-9090-10C85CD5A56F}" dt="2023-10-17T07:04:56.197" v="1450" actId="478"/>
          <ac:picMkLst>
            <pc:docMk/>
            <pc:sldMk cId="2072559969" sldId="308"/>
            <ac:picMk id="5" creationId="{87ADEB3E-DA10-138D-72C1-EC542BA781EF}"/>
          </ac:picMkLst>
        </pc:picChg>
        <pc:picChg chg="add mod modCrop">
          <ac:chgData name="Dragan Javorac" userId="913c2858-fb97-4c6e-a42c-b1f1a16b225e" providerId="ADAL" clId="{2D15B314-F941-42D5-9090-10C85CD5A56F}" dt="2023-10-17T07:07:26.196" v="1488" actId="1076"/>
          <ac:picMkLst>
            <pc:docMk/>
            <pc:sldMk cId="2072559969" sldId="308"/>
            <ac:picMk id="7" creationId="{FD73846D-1044-4FEC-3B1E-BFC4E72E435A}"/>
          </ac:picMkLst>
        </pc:picChg>
      </pc:sldChg>
      <pc:sldChg chg="addSp delSp modSp add mod">
        <pc:chgData name="Dragan Javorac" userId="913c2858-fb97-4c6e-a42c-b1f1a16b225e" providerId="ADAL" clId="{2D15B314-F941-42D5-9090-10C85CD5A56F}" dt="2023-10-17T07:13:46.937" v="1642" actId="1076"/>
        <pc:sldMkLst>
          <pc:docMk/>
          <pc:sldMk cId="2579568947" sldId="309"/>
        </pc:sldMkLst>
        <pc:spChg chg="mod">
          <ac:chgData name="Dragan Javorac" userId="913c2858-fb97-4c6e-a42c-b1f1a16b225e" providerId="ADAL" clId="{2D15B314-F941-42D5-9090-10C85CD5A56F}" dt="2023-10-17T07:10:02.011" v="1555" actId="20577"/>
          <ac:spMkLst>
            <pc:docMk/>
            <pc:sldMk cId="2579568947" sldId="309"/>
            <ac:spMk id="2" creationId="{59249F84-7683-7A1C-A158-E9E5BD087E59}"/>
          </ac:spMkLst>
        </pc:spChg>
        <pc:spChg chg="add mod">
          <ac:chgData name="Dragan Javorac" userId="913c2858-fb97-4c6e-a42c-b1f1a16b225e" providerId="ADAL" clId="{2D15B314-F941-42D5-9090-10C85CD5A56F}" dt="2023-10-17T07:11:40.474" v="1640" actId="14100"/>
          <ac:spMkLst>
            <pc:docMk/>
            <pc:sldMk cId="2579568947" sldId="309"/>
            <ac:spMk id="6" creationId="{DC132765-F84C-F710-B688-E41D5DA71950}"/>
          </ac:spMkLst>
        </pc:spChg>
        <pc:picChg chg="del">
          <ac:chgData name="Dragan Javorac" userId="913c2858-fb97-4c6e-a42c-b1f1a16b225e" providerId="ADAL" clId="{2D15B314-F941-42D5-9090-10C85CD5A56F}" dt="2023-10-17T07:09:53.301" v="1538" actId="478"/>
          <ac:picMkLst>
            <pc:docMk/>
            <pc:sldMk cId="2579568947" sldId="309"/>
            <ac:picMk id="4" creationId="{A2E26E0E-F2D9-6CD2-4D89-F4E8D56B1975}"/>
          </ac:picMkLst>
        </pc:picChg>
        <pc:picChg chg="add mod">
          <ac:chgData name="Dragan Javorac" userId="913c2858-fb97-4c6e-a42c-b1f1a16b225e" providerId="ADAL" clId="{2D15B314-F941-42D5-9090-10C85CD5A56F}" dt="2023-10-17T07:11:05.661" v="1561" actId="1076"/>
          <ac:picMkLst>
            <pc:docMk/>
            <pc:sldMk cId="2579568947" sldId="309"/>
            <ac:picMk id="5" creationId="{D89CDB04-F028-A5B8-ACD7-483A6BC1B9EB}"/>
          </ac:picMkLst>
        </pc:picChg>
        <pc:picChg chg="del mod">
          <ac:chgData name="Dragan Javorac" userId="913c2858-fb97-4c6e-a42c-b1f1a16b225e" providerId="ADAL" clId="{2D15B314-F941-42D5-9090-10C85CD5A56F}" dt="2023-10-17T07:11:01.597" v="1559" actId="478"/>
          <ac:picMkLst>
            <pc:docMk/>
            <pc:sldMk cId="2579568947" sldId="309"/>
            <ac:picMk id="7" creationId="{FD73846D-1044-4FEC-3B1E-BFC4E72E435A}"/>
          </ac:picMkLst>
        </pc:picChg>
        <pc:picChg chg="add mod">
          <ac:chgData name="Dragan Javorac" userId="913c2858-fb97-4c6e-a42c-b1f1a16b225e" providerId="ADAL" clId="{2D15B314-F941-42D5-9090-10C85CD5A56F}" dt="2023-10-17T07:13:46.937" v="1642" actId="1076"/>
          <ac:picMkLst>
            <pc:docMk/>
            <pc:sldMk cId="2579568947" sldId="309"/>
            <ac:picMk id="9" creationId="{0B8A7A50-8409-E7F9-C56F-26D161D0D9C0}"/>
          </ac:picMkLst>
        </pc:picChg>
      </pc:sldChg>
      <pc:sldChg chg="addSp delSp modSp add mod">
        <pc:chgData name="Dragan Javorac" userId="913c2858-fb97-4c6e-a42c-b1f1a16b225e" providerId="ADAL" clId="{2D15B314-F941-42D5-9090-10C85CD5A56F}" dt="2023-10-19T13:24:57.741" v="2265" actId="1076"/>
        <pc:sldMkLst>
          <pc:docMk/>
          <pc:sldMk cId="944744495" sldId="310"/>
        </pc:sldMkLst>
        <pc:spChg chg="mod">
          <ac:chgData name="Dragan Javorac" userId="913c2858-fb97-4c6e-a42c-b1f1a16b225e" providerId="ADAL" clId="{2D15B314-F941-42D5-9090-10C85CD5A56F}" dt="2023-10-17T07:24:28.489" v="1749" actId="14100"/>
          <ac:spMkLst>
            <pc:docMk/>
            <pc:sldMk cId="944744495" sldId="310"/>
            <ac:spMk id="2" creationId="{59249F84-7683-7A1C-A158-E9E5BD087E59}"/>
          </ac:spMkLst>
        </pc:spChg>
        <pc:spChg chg="add mod">
          <ac:chgData name="Dragan Javorac" userId="913c2858-fb97-4c6e-a42c-b1f1a16b225e" providerId="ADAL" clId="{2D15B314-F941-42D5-9090-10C85CD5A56F}" dt="2023-10-19T13:24:57.741" v="2265" actId="1076"/>
          <ac:spMkLst>
            <pc:docMk/>
            <pc:sldMk cId="944744495" sldId="310"/>
            <ac:spMk id="6" creationId="{B818D428-675F-F75E-3F8A-253EB23E9828}"/>
          </ac:spMkLst>
        </pc:spChg>
        <pc:spChg chg="add mod">
          <ac:chgData name="Dragan Javorac" userId="913c2858-fb97-4c6e-a42c-b1f1a16b225e" providerId="ADAL" clId="{2D15B314-F941-42D5-9090-10C85CD5A56F}" dt="2023-10-19T13:24:32.780" v="2253" actId="1076"/>
          <ac:spMkLst>
            <pc:docMk/>
            <pc:sldMk cId="944744495" sldId="310"/>
            <ac:spMk id="12" creationId="{5C0D233A-6057-3EFE-543D-E27B042E450E}"/>
          </ac:spMkLst>
        </pc:spChg>
        <pc:spChg chg="add mod">
          <ac:chgData name="Dragan Javorac" userId="913c2858-fb97-4c6e-a42c-b1f1a16b225e" providerId="ADAL" clId="{2D15B314-F941-42D5-9090-10C85CD5A56F}" dt="2023-10-19T13:24:34.219" v="2254" actId="1076"/>
          <ac:spMkLst>
            <pc:docMk/>
            <pc:sldMk cId="944744495" sldId="310"/>
            <ac:spMk id="13" creationId="{1825D11C-CC67-8063-16AF-81E7AD2287D9}"/>
          </ac:spMkLst>
        </pc:spChg>
        <pc:picChg chg="add del mod">
          <ac:chgData name="Dragan Javorac" userId="913c2858-fb97-4c6e-a42c-b1f1a16b225e" providerId="ADAL" clId="{2D15B314-F941-42D5-9090-10C85CD5A56F}" dt="2023-10-17T07:25:08.802" v="1757" actId="478"/>
          <ac:picMkLst>
            <pc:docMk/>
            <pc:sldMk cId="944744495" sldId="310"/>
            <ac:picMk id="4" creationId="{1506E030-5748-5B8C-EA36-6C99DEAE467B}"/>
          </ac:picMkLst>
        </pc:picChg>
        <pc:picChg chg="add mod ord">
          <ac:chgData name="Dragan Javorac" userId="913c2858-fb97-4c6e-a42c-b1f1a16b225e" providerId="ADAL" clId="{2D15B314-F941-42D5-9090-10C85CD5A56F}" dt="2023-10-19T13:24:29.940" v="2251" actId="14100"/>
          <ac:picMkLst>
            <pc:docMk/>
            <pc:sldMk cId="944744495" sldId="310"/>
            <ac:picMk id="4" creationId="{1B7A96E3-1A8D-2B85-CF66-4412A591559D}"/>
          </ac:picMkLst>
        </pc:picChg>
        <pc:picChg chg="add mod">
          <ac:chgData name="Dragan Javorac" userId="913c2858-fb97-4c6e-a42c-b1f1a16b225e" providerId="ADAL" clId="{2D15B314-F941-42D5-9090-10C85CD5A56F}" dt="2023-10-19T13:24:56.721" v="2264" actId="1076"/>
          <ac:picMkLst>
            <pc:docMk/>
            <pc:sldMk cId="944744495" sldId="310"/>
            <ac:picMk id="5" creationId="{EF30010B-74B3-98ED-1E5F-7C7585BBD909}"/>
          </ac:picMkLst>
        </pc:picChg>
        <pc:picChg chg="add del">
          <ac:chgData name="Dragan Javorac" userId="913c2858-fb97-4c6e-a42c-b1f1a16b225e" providerId="ADAL" clId="{2D15B314-F941-42D5-9090-10C85CD5A56F}" dt="2023-10-17T07:25:05.846" v="1755" actId="478"/>
          <ac:picMkLst>
            <pc:docMk/>
            <pc:sldMk cId="944744495" sldId="310"/>
            <ac:picMk id="6" creationId="{4C9794BF-720C-6456-3811-401B31E6A8A6}"/>
          </ac:picMkLst>
        </pc:picChg>
        <pc:picChg chg="del">
          <ac:chgData name="Dragan Javorac" userId="913c2858-fb97-4c6e-a42c-b1f1a16b225e" providerId="ADAL" clId="{2D15B314-F941-42D5-9090-10C85CD5A56F}" dt="2023-10-17T07:24:29.777" v="1750" actId="478"/>
          <ac:picMkLst>
            <pc:docMk/>
            <pc:sldMk cId="944744495" sldId="310"/>
            <ac:picMk id="7" creationId="{376DB51F-7577-798A-D1A4-6BE9C4CEF33C}"/>
          </ac:picMkLst>
        </pc:picChg>
        <pc:picChg chg="add del mod">
          <ac:chgData name="Dragan Javorac" userId="913c2858-fb97-4c6e-a42c-b1f1a16b225e" providerId="ADAL" clId="{2D15B314-F941-42D5-9090-10C85CD5A56F}" dt="2023-10-19T13:24:24.491" v="2247" actId="478"/>
          <ac:picMkLst>
            <pc:docMk/>
            <pc:sldMk cId="944744495" sldId="310"/>
            <ac:picMk id="9" creationId="{A12AEC5D-28A9-7818-3C97-805CDC745BA7}"/>
          </ac:picMkLst>
        </pc:picChg>
        <pc:picChg chg="add mod">
          <ac:chgData name="Dragan Javorac" userId="913c2858-fb97-4c6e-a42c-b1f1a16b225e" providerId="ADAL" clId="{2D15B314-F941-42D5-9090-10C85CD5A56F}" dt="2023-10-19T13:24:53.031" v="2261" actId="1076"/>
          <ac:picMkLst>
            <pc:docMk/>
            <pc:sldMk cId="944744495" sldId="310"/>
            <ac:picMk id="11" creationId="{7E9EBB4F-5E2B-3FDF-4164-91FF5BA80054}"/>
          </ac:picMkLst>
        </pc:picChg>
      </pc:sldChg>
    </pc:docChg>
  </pc:docChgLst>
  <pc:docChgLst>
    <pc:chgData name="Dragan Javorac" userId="913c2858-fb97-4c6e-a42c-b1f1a16b225e" providerId="ADAL" clId="{06B55334-52AF-443A-B0D9-A91C7D9934B2}"/>
    <pc:docChg chg="custSel addSld delSld modSld sldOrd">
      <pc:chgData name="Dragan Javorac" userId="913c2858-fb97-4c6e-a42c-b1f1a16b225e" providerId="ADAL" clId="{06B55334-52AF-443A-B0D9-A91C7D9934B2}" dt="2023-10-03T08:57:55.645" v="708" actId="6549"/>
      <pc:docMkLst>
        <pc:docMk/>
      </pc:docMkLst>
      <pc:sldChg chg="modSp mod">
        <pc:chgData name="Dragan Javorac" userId="913c2858-fb97-4c6e-a42c-b1f1a16b225e" providerId="ADAL" clId="{06B55334-52AF-443A-B0D9-A91C7D9934B2}" dt="2023-09-28T12:03:39.078" v="4" actId="20577"/>
        <pc:sldMkLst>
          <pc:docMk/>
          <pc:sldMk cId="3811378203" sldId="256"/>
        </pc:sldMkLst>
        <pc:spChg chg="mod">
          <ac:chgData name="Dragan Javorac" userId="913c2858-fb97-4c6e-a42c-b1f1a16b225e" providerId="ADAL" clId="{06B55334-52AF-443A-B0D9-A91C7D9934B2}" dt="2023-09-28T12:03:39.078" v="4" actId="20577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06B55334-52AF-443A-B0D9-A91C7D9934B2}" dt="2023-09-28T12:03:41.626" v="5" actId="47"/>
        <pc:sldMkLst>
          <pc:docMk/>
          <pc:sldMk cId="3451708679" sldId="281"/>
        </pc:sldMkLst>
      </pc:sldChg>
      <pc:sldChg chg="modSp mod">
        <pc:chgData name="Dragan Javorac" userId="913c2858-fb97-4c6e-a42c-b1f1a16b225e" providerId="ADAL" clId="{06B55334-52AF-443A-B0D9-A91C7D9934B2}" dt="2023-10-03T08:57:55.645" v="708" actId="6549"/>
        <pc:sldMkLst>
          <pc:docMk/>
          <pc:sldMk cId="3209220919" sldId="293"/>
        </pc:sldMkLst>
        <pc:spChg chg="mod">
          <ac:chgData name="Dragan Javorac" userId="913c2858-fb97-4c6e-a42c-b1f1a16b225e" providerId="ADAL" clId="{06B55334-52AF-443A-B0D9-A91C7D9934B2}" dt="2023-10-03T08:57:55.645" v="708" actId="6549"/>
          <ac:spMkLst>
            <pc:docMk/>
            <pc:sldMk cId="3209220919" sldId="293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06B55334-52AF-443A-B0D9-A91C7D9934B2}" dt="2023-09-28T12:08:19.137" v="102" actId="1076"/>
        <pc:sldMkLst>
          <pc:docMk/>
          <pc:sldMk cId="853319877" sldId="294"/>
        </pc:sldMkLst>
        <pc:spChg chg="mod">
          <ac:chgData name="Dragan Javorac" userId="913c2858-fb97-4c6e-a42c-b1f1a16b225e" providerId="ADAL" clId="{06B55334-52AF-443A-B0D9-A91C7D9934B2}" dt="2023-09-28T12:06:24.229" v="32" actId="20577"/>
          <ac:spMkLst>
            <pc:docMk/>
            <pc:sldMk cId="853319877" sldId="294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2:06:42.715" v="94" actId="20577"/>
          <ac:spMkLst>
            <pc:docMk/>
            <pc:sldMk cId="853319877" sldId="294"/>
            <ac:spMk id="3" creationId="{73F8797C-A226-7836-7AC1-7E1ADAA37B9C}"/>
          </ac:spMkLst>
        </pc:spChg>
        <pc:picChg chg="add mod">
          <ac:chgData name="Dragan Javorac" userId="913c2858-fb97-4c6e-a42c-b1f1a16b225e" providerId="ADAL" clId="{06B55334-52AF-443A-B0D9-A91C7D9934B2}" dt="2023-09-28T12:07:05.550" v="99" actId="1076"/>
          <ac:picMkLst>
            <pc:docMk/>
            <pc:sldMk cId="853319877" sldId="294"/>
            <ac:picMk id="5" creationId="{5AC664ED-3604-F4DF-D352-F091BB8313A8}"/>
          </ac:picMkLst>
        </pc:picChg>
        <pc:picChg chg="add mod">
          <ac:chgData name="Dragan Javorac" userId="913c2858-fb97-4c6e-a42c-b1f1a16b225e" providerId="ADAL" clId="{06B55334-52AF-443A-B0D9-A91C7D9934B2}" dt="2023-09-28T12:08:19.137" v="102" actId="1076"/>
          <ac:picMkLst>
            <pc:docMk/>
            <pc:sldMk cId="853319877" sldId="294"/>
            <ac:picMk id="7" creationId="{CF9336B4-887C-950D-D687-7F681B994712}"/>
          </ac:picMkLst>
        </pc:picChg>
      </pc:sldChg>
      <pc:sldChg chg="addSp delSp modSp add mod">
        <pc:chgData name="Dragan Javorac" userId="913c2858-fb97-4c6e-a42c-b1f1a16b225e" providerId="ADAL" clId="{06B55334-52AF-443A-B0D9-A91C7D9934B2}" dt="2023-09-28T12:15:26.534" v="326" actId="14100"/>
        <pc:sldMkLst>
          <pc:docMk/>
          <pc:sldMk cId="3237422592" sldId="295"/>
        </pc:sldMkLst>
        <pc:spChg chg="mod">
          <ac:chgData name="Dragan Javorac" userId="913c2858-fb97-4c6e-a42c-b1f1a16b225e" providerId="ADAL" clId="{06B55334-52AF-443A-B0D9-A91C7D9934B2}" dt="2023-09-28T12:08:27.635" v="111" actId="20577"/>
          <ac:spMkLst>
            <pc:docMk/>
            <pc:sldMk cId="3237422592" sldId="295"/>
            <ac:spMk id="2" creationId="{59249F84-7683-7A1C-A158-E9E5BD087E59}"/>
          </ac:spMkLst>
        </pc:spChg>
        <pc:spChg chg="del mod">
          <ac:chgData name="Dragan Javorac" userId="913c2858-fb97-4c6e-a42c-b1f1a16b225e" providerId="ADAL" clId="{06B55334-52AF-443A-B0D9-A91C7D9934B2}" dt="2023-09-28T12:11:21.476" v="190" actId="478"/>
          <ac:spMkLst>
            <pc:docMk/>
            <pc:sldMk cId="3237422592" sldId="295"/>
            <ac:spMk id="3" creationId="{73F8797C-A226-7836-7AC1-7E1ADAA37B9C}"/>
          </ac:spMkLst>
        </pc:spChg>
        <pc:spChg chg="add mod">
          <ac:chgData name="Dragan Javorac" userId="913c2858-fb97-4c6e-a42c-b1f1a16b225e" providerId="ADAL" clId="{06B55334-52AF-443A-B0D9-A91C7D9934B2}" dt="2023-09-28T12:14:50.031" v="282" actId="1076"/>
          <ac:spMkLst>
            <pc:docMk/>
            <pc:sldMk cId="3237422592" sldId="295"/>
            <ac:spMk id="14" creationId="{7D9FD447-2D93-1456-BD9F-37F2F11F0771}"/>
          </ac:spMkLst>
        </pc:spChg>
        <pc:spChg chg="add mod">
          <ac:chgData name="Dragan Javorac" userId="913c2858-fb97-4c6e-a42c-b1f1a16b225e" providerId="ADAL" clId="{06B55334-52AF-443A-B0D9-A91C7D9934B2}" dt="2023-09-28T12:14:47.591" v="281" actId="1076"/>
          <ac:spMkLst>
            <pc:docMk/>
            <pc:sldMk cId="3237422592" sldId="295"/>
            <ac:spMk id="15" creationId="{DD9667BC-97F3-33D0-9D4E-C1846876E7A8}"/>
          </ac:spMkLst>
        </pc:spChg>
        <pc:spChg chg="add mod">
          <ac:chgData name="Dragan Javorac" userId="913c2858-fb97-4c6e-a42c-b1f1a16b225e" providerId="ADAL" clId="{06B55334-52AF-443A-B0D9-A91C7D9934B2}" dt="2023-09-28T12:14:36.855" v="276" actId="1076"/>
          <ac:spMkLst>
            <pc:docMk/>
            <pc:sldMk cId="3237422592" sldId="295"/>
            <ac:spMk id="30" creationId="{375E91EE-8341-F13F-95F5-46A68A846D94}"/>
          </ac:spMkLst>
        </pc:spChg>
        <pc:spChg chg="add mod">
          <ac:chgData name="Dragan Javorac" userId="913c2858-fb97-4c6e-a42c-b1f1a16b225e" providerId="ADAL" clId="{06B55334-52AF-443A-B0D9-A91C7D9934B2}" dt="2023-09-28T12:14:38.999" v="277" actId="1076"/>
          <ac:spMkLst>
            <pc:docMk/>
            <pc:sldMk cId="3237422592" sldId="295"/>
            <ac:spMk id="37" creationId="{C0371916-11BF-E5E0-5E0F-AE55A0688363}"/>
          </ac:spMkLst>
        </pc:spChg>
        <pc:spChg chg="add del mod">
          <ac:chgData name="Dragan Javorac" userId="913c2858-fb97-4c6e-a42c-b1f1a16b225e" providerId="ADAL" clId="{06B55334-52AF-443A-B0D9-A91C7D9934B2}" dt="2023-09-28T12:11:23.861" v="191" actId="478"/>
          <ac:spMkLst>
            <pc:docMk/>
            <pc:sldMk cId="3237422592" sldId="295"/>
            <ac:spMk id="39" creationId="{3A6F7D78-0DCA-AEBE-A2DD-B441C701F3DB}"/>
          </ac:spMkLst>
        </pc:spChg>
        <pc:spChg chg="add mod">
          <ac:chgData name="Dragan Javorac" userId="913c2858-fb97-4c6e-a42c-b1f1a16b225e" providerId="ADAL" clId="{06B55334-52AF-443A-B0D9-A91C7D9934B2}" dt="2023-09-28T12:15:02.150" v="286" actId="1076"/>
          <ac:spMkLst>
            <pc:docMk/>
            <pc:sldMk cId="3237422592" sldId="295"/>
            <ac:spMk id="59" creationId="{7FF807AC-F77A-201C-0BF5-D423EEB63785}"/>
          </ac:spMkLst>
        </pc:spChg>
        <pc:spChg chg="add mod">
          <ac:chgData name="Dragan Javorac" userId="913c2858-fb97-4c6e-a42c-b1f1a16b225e" providerId="ADAL" clId="{06B55334-52AF-443A-B0D9-A91C7D9934B2}" dt="2023-09-28T12:15:08.225" v="288" actId="1076"/>
          <ac:spMkLst>
            <pc:docMk/>
            <pc:sldMk cId="3237422592" sldId="295"/>
            <ac:spMk id="62" creationId="{3FD9786B-DF04-8341-C422-4B1B78C77ECD}"/>
          </ac:spMkLst>
        </pc:spChg>
        <pc:spChg chg="add mod">
          <ac:chgData name="Dragan Javorac" userId="913c2858-fb97-4c6e-a42c-b1f1a16b225e" providerId="ADAL" clId="{06B55334-52AF-443A-B0D9-A91C7D9934B2}" dt="2023-09-28T12:14:56.455" v="285" actId="1076"/>
          <ac:spMkLst>
            <pc:docMk/>
            <pc:sldMk cId="3237422592" sldId="295"/>
            <ac:spMk id="69" creationId="{BC314DAC-61A5-63E7-C464-C99F983AD227}"/>
          </ac:spMkLst>
        </pc:spChg>
        <pc:spChg chg="add mod">
          <ac:chgData name="Dragan Javorac" userId="913c2858-fb97-4c6e-a42c-b1f1a16b225e" providerId="ADAL" clId="{06B55334-52AF-443A-B0D9-A91C7D9934B2}" dt="2023-09-28T12:14:54.463" v="284" actId="1076"/>
          <ac:spMkLst>
            <pc:docMk/>
            <pc:sldMk cId="3237422592" sldId="295"/>
            <ac:spMk id="70" creationId="{833F677B-A212-C4E9-5A80-63D002E888B8}"/>
          </ac:spMkLst>
        </pc:spChg>
        <pc:spChg chg="add mod">
          <ac:chgData name="Dragan Javorac" userId="913c2858-fb97-4c6e-a42c-b1f1a16b225e" providerId="ADAL" clId="{06B55334-52AF-443A-B0D9-A91C7D9934B2}" dt="2023-09-28T12:15:26.534" v="326" actId="14100"/>
          <ac:spMkLst>
            <pc:docMk/>
            <pc:sldMk cId="3237422592" sldId="295"/>
            <ac:spMk id="93" creationId="{B80C8716-EF8F-815E-9350-0F74EA9E3782}"/>
          </ac:spMkLst>
        </pc:spChg>
        <pc:picChg chg="del">
          <ac:chgData name="Dragan Javorac" userId="913c2858-fb97-4c6e-a42c-b1f1a16b225e" providerId="ADAL" clId="{06B55334-52AF-443A-B0D9-A91C7D9934B2}" dt="2023-09-28T12:08:22.980" v="104" actId="478"/>
          <ac:picMkLst>
            <pc:docMk/>
            <pc:sldMk cId="3237422592" sldId="295"/>
            <ac:picMk id="5" creationId="{5AC664ED-3604-F4DF-D352-F091BB8313A8}"/>
          </ac:picMkLst>
        </pc:picChg>
        <pc:picChg chg="add del mod">
          <ac:chgData name="Dragan Javorac" userId="913c2858-fb97-4c6e-a42c-b1f1a16b225e" providerId="ADAL" clId="{06B55334-52AF-443A-B0D9-A91C7D9934B2}" dt="2023-09-28T12:08:48.763" v="116" actId="478"/>
          <ac:picMkLst>
            <pc:docMk/>
            <pc:sldMk cId="3237422592" sldId="295"/>
            <ac:picMk id="6" creationId="{83DA91BA-FD55-7383-5885-D3D94F20386A}"/>
          </ac:picMkLst>
        </pc:picChg>
        <pc:picChg chg="del">
          <ac:chgData name="Dragan Javorac" userId="913c2858-fb97-4c6e-a42c-b1f1a16b225e" providerId="ADAL" clId="{06B55334-52AF-443A-B0D9-A91C7D9934B2}" dt="2023-09-28T12:08:23.463" v="105" actId="478"/>
          <ac:picMkLst>
            <pc:docMk/>
            <pc:sldMk cId="3237422592" sldId="295"/>
            <ac:picMk id="7" creationId="{CF9336B4-887C-950D-D687-7F681B994712}"/>
          </ac:picMkLst>
        </pc:picChg>
        <pc:picChg chg="add mod">
          <ac:chgData name="Dragan Javorac" userId="913c2858-fb97-4c6e-a42c-b1f1a16b225e" providerId="ADAL" clId="{06B55334-52AF-443A-B0D9-A91C7D9934B2}" dt="2023-09-28T12:14:51.889" v="283" actId="1076"/>
          <ac:picMkLst>
            <pc:docMk/>
            <pc:sldMk cId="3237422592" sldId="295"/>
            <ac:picMk id="9" creationId="{9D9AF8C2-EC53-3458-298F-16CF0B364A2B}"/>
          </ac:picMkLst>
        </pc:picChg>
        <pc:picChg chg="add mod">
          <ac:chgData name="Dragan Javorac" userId="913c2858-fb97-4c6e-a42c-b1f1a16b225e" providerId="ADAL" clId="{06B55334-52AF-443A-B0D9-A91C7D9934B2}" dt="2023-09-28T12:12:45.825" v="241" actId="1076"/>
          <ac:picMkLst>
            <pc:docMk/>
            <pc:sldMk cId="3237422592" sldId="295"/>
            <ac:picMk id="11" creationId="{6659889F-BF3C-225A-6C9A-B38BB4163A3D}"/>
          </ac:picMkLst>
        </pc:picChg>
        <pc:picChg chg="add mod">
          <ac:chgData name="Dragan Javorac" userId="913c2858-fb97-4c6e-a42c-b1f1a16b225e" providerId="ADAL" clId="{06B55334-52AF-443A-B0D9-A91C7D9934B2}" dt="2023-09-28T12:14:36.855" v="276" actId="1076"/>
          <ac:picMkLst>
            <pc:docMk/>
            <pc:sldMk cId="3237422592" sldId="295"/>
            <ac:picMk id="13" creationId="{42792020-D4CE-AD52-E7DC-28A4759F0B7B}"/>
          </ac:picMkLst>
        </pc:picChg>
        <pc:cxnChg chg="add mod">
          <ac:chgData name="Dragan Javorac" userId="913c2858-fb97-4c6e-a42c-b1f1a16b225e" providerId="ADAL" clId="{06B55334-52AF-443A-B0D9-A91C7D9934B2}" dt="2023-09-28T12:14:50.031" v="282" actId="1076"/>
          <ac:cxnSpMkLst>
            <pc:docMk/>
            <pc:sldMk cId="3237422592" sldId="295"/>
            <ac:cxnSpMk id="17" creationId="{0D989A68-B6C8-653F-E77C-87423D9D3568}"/>
          </ac:cxnSpMkLst>
        </pc:cxnChg>
        <pc:cxnChg chg="add mod">
          <ac:chgData name="Dragan Javorac" userId="913c2858-fb97-4c6e-a42c-b1f1a16b225e" providerId="ADAL" clId="{06B55334-52AF-443A-B0D9-A91C7D9934B2}" dt="2023-09-28T12:14:51.889" v="283" actId="1076"/>
          <ac:cxnSpMkLst>
            <pc:docMk/>
            <pc:sldMk cId="3237422592" sldId="295"/>
            <ac:cxnSpMk id="18" creationId="{E34E1C48-B667-2503-2F4A-813DB7D061FA}"/>
          </ac:cxnSpMkLst>
        </pc:cxnChg>
        <pc:cxnChg chg="add mod">
          <ac:chgData name="Dragan Javorac" userId="913c2858-fb97-4c6e-a42c-b1f1a16b225e" providerId="ADAL" clId="{06B55334-52AF-443A-B0D9-A91C7D9934B2}" dt="2023-09-28T12:14:51.889" v="283" actId="1076"/>
          <ac:cxnSpMkLst>
            <pc:docMk/>
            <pc:sldMk cId="3237422592" sldId="295"/>
            <ac:cxnSpMk id="22" creationId="{A18731FB-F456-5DF9-9A6C-92114587F7A9}"/>
          </ac:cxnSpMkLst>
        </pc:cxnChg>
        <pc:cxnChg chg="add mod">
          <ac:chgData name="Dragan Javorac" userId="913c2858-fb97-4c6e-a42c-b1f1a16b225e" providerId="ADAL" clId="{06B55334-52AF-443A-B0D9-A91C7D9934B2}" dt="2023-09-28T12:15:05.460" v="287" actId="14100"/>
          <ac:cxnSpMkLst>
            <pc:docMk/>
            <pc:sldMk cId="3237422592" sldId="295"/>
            <ac:cxnSpMk id="26" creationId="{E4FCB839-C526-761F-8312-6952F063ABDB}"/>
          </ac:cxnSpMkLst>
        </pc:cxnChg>
        <pc:cxnChg chg="add mod">
          <ac:chgData name="Dragan Javorac" userId="913c2858-fb97-4c6e-a42c-b1f1a16b225e" providerId="ADAL" clId="{06B55334-52AF-443A-B0D9-A91C7D9934B2}" dt="2023-09-28T12:14:36.855" v="276" actId="1076"/>
          <ac:cxnSpMkLst>
            <pc:docMk/>
            <pc:sldMk cId="3237422592" sldId="295"/>
            <ac:cxnSpMk id="32" creationId="{48C88994-8E73-E27E-41B2-9FE48879CF08}"/>
          </ac:cxnSpMkLst>
        </pc:cxnChg>
        <pc:cxnChg chg="add mod">
          <ac:chgData name="Dragan Javorac" userId="913c2858-fb97-4c6e-a42c-b1f1a16b225e" providerId="ADAL" clId="{06B55334-52AF-443A-B0D9-A91C7D9934B2}" dt="2023-09-28T12:14:50.031" v="282" actId="1076"/>
          <ac:cxnSpMkLst>
            <pc:docMk/>
            <pc:sldMk cId="3237422592" sldId="295"/>
            <ac:cxnSpMk id="44" creationId="{CE4B8EA7-F9B8-5DAB-0701-A274AF51DC1C}"/>
          </ac:cxnSpMkLst>
        </pc:cxnChg>
      </pc:sldChg>
      <pc:sldChg chg="addSp delSp modSp add mod ord">
        <pc:chgData name="Dragan Javorac" userId="913c2858-fb97-4c6e-a42c-b1f1a16b225e" providerId="ADAL" clId="{06B55334-52AF-443A-B0D9-A91C7D9934B2}" dt="2023-09-28T13:00:53.306" v="672" actId="14100"/>
        <pc:sldMkLst>
          <pc:docMk/>
          <pc:sldMk cId="2542305982" sldId="296"/>
        </pc:sldMkLst>
        <pc:spChg chg="mod">
          <ac:chgData name="Dragan Javorac" userId="913c2858-fb97-4c6e-a42c-b1f1a16b225e" providerId="ADAL" clId="{06B55334-52AF-443A-B0D9-A91C7D9934B2}" dt="2023-09-28T13:00:53.306" v="672" actId="14100"/>
          <ac:spMkLst>
            <pc:docMk/>
            <pc:sldMk cId="2542305982" sldId="296"/>
            <ac:spMk id="3" creationId="{73F8797C-A226-7836-7AC1-7E1ADAA37B9C}"/>
          </ac:spMkLst>
        </pc:spChg>
        <pc:picChg chg="del">
          <ac:chgData name="Dragan Javorac" userId="913c2858-fb97-4c6e-a42c-b1f1a16b225e" providerId="ADAL" clId="{06B55334-52AF-443A-B0D9-A91C7D9934B2}" dt="2023-09-28T12:53:27.874" v="333" actId="478"/>
          <ac:picMkLst>
            <pc:docMk/>
            <pc:sldMk cId="2542305982" sldId="296"/>
            <ac:picMk id="5" creationId="{5AC664ED-3604-F4DF-D352-F091BB8313A8}"/>
          </ac:picMkLst>
        </pc:picChg>
        <pc:picChg chg="add del mod">
          <ac:chgData name="Dragan Javorac" userId="913c2858-fb97-4c6e-a42c-b1f1a16b225e" providerId="ADAL" clId="{06B55334-52AF-443A-B0D9-A91C7D9934B2}" dt="2023-09-28T12:54:22.086" v="345" actId="478"/>
          <ac:picMkLst>
            <pc:docMk/>
            <pc:sldMk cId="2542305982" sldId="296"/>
            <ac:picMk id="6" creationId="{B29660A9-CC34-844A-E413-A32FB7509023}"/>
          </ac:picMkLst>
        </pc:picChg>
        <pc:picChg chg="del">
          <ac:chgData name="Dragan Javorac" userId="913c2858-fb97-4c6e-a42c-b1f1a16b225e" providerId="ADAL" clId="{06B55334-52AF-443A-B0D9-A91C7D9934B2}" dt="2023-09-28T12:53:28.395" v="334" actId="478"/>
          <ac:picMkLst>
            <pc:docMk/>
            <pc:sldMk cId="2542305982" sldId="296"/>
            <ac:picMk id="7" creationId="{CF9336B4-887C-950D-D687-7F681B994712}"/>
          </ac:picMkLst>
        </pc:picChg>
        <pc:picChg chg="add del mod">
          <ac:chgData name="Dragan Javorac" userId="913c2858-fb97-4c6e-a42c-b1f1a16b225e" providerId="ADAL" clId="{06B55334-52AF-443A-B0D9-A91C7D9934B2}" dt="2023-09-28T12:57:00.322" v="513" actId="478"/>
          <ac:picMkLst>
            <pc:docMk/>
            <pc:sldMk cId="2542305982" sldId="296"/>
            <ac:picMk id="9" creationId="{0009D437-444F-D680-FD22-683DA05440C3}"/>
          </ac:picMkLst>
        </pc:picChg>
        <pc:picChg chg="add mod">
          <ac:chgData name="Dragan Javorac" userId="913c2858-fb97-4c6e-a42c-b1f1a16b225e" providerId="ADAL" clId="{06B55334-52AF-443A-B0D9-A91C7D9934B2}" dt="2023-09-28T12:57:03.660" v="517" actId="1076"/>
          <ac:picMkLst>
            <pc:docMk/>
            <pc:sldMk cId="2542305982" sldId="296"/>
            <ac:picMk id="11" creationId="{70AC3C8A-0338-29E5-69E8-3D8A93369724}"/>
          </ac:picMkLst>
        </pc:picChg>
      </pc:sldChg>
      <pc:sldChg chg="add del">
        <pc:chgData name="Dragan Javorac" userId="913c2858-fb97-4c6e-a42c-b1f1a16b225e" providerId="ADAL" clId="{06B55334-52AF-443A-B0D9-A91C7D9934B2}" dt="2023-09-28T12:38:40.546" v="328" actId="47"/>
        <pc:sldMkLst>
          <pc:docMk/>
          <pc:sldMk cId="3718852481" sldId="296"/>
        </pc:sldMkLst>
      </pc:sldChg>
      <pc:sldChg chg="modSp add mod">
        <pc:chgData name="Dragan Javorac" userId="913c2858-fb97-4c6e-a42c-b1f1a16b225e" providerId="ADAL" clId="{06B55334-52AF-443A-B0D9-A91C7D9934B2}" dt="2023-09-28T13:00:49.166" v="671" actId="14100"/>
        <pc:sldMkLst>
          <pc:docMk/>
          <pc:sldMk cId="4140789780" sldId="297"/>
        </pc:sldMkLst>
        <pc:spChg chg="mod">
          <ac:chgData name="Dragan Javorac" userId="913c2858-fb97-4c6e-a42c-b1f1a16b225e" providerId="ADAL" clId="{06B55334-52AF-443A-B0D9-A91C7D9934B2}" dt="2023-09-28T12:57:14.320" v="538" actId="20577"/>
          <ac:spMkLst>
            <pc:docMk/>
            <pc:sldMk cId="4140789780" sldId="297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3:00:49.166" v="671" actId="14100"/>
          <ac:spMkLst>
            <pc:docMk/>
            <pc:sldMk cId="4140789780" sldId="297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06B55334-52AF-443A-B0D9-A91C7D9934B2}" dt="2023-09-28T13:00:45.242" v="670" actId="14100"/>
        <pc:sldMkLst>
          <pc:docMk/>
          <pc:sldMk cId="891455290" sldId="298"/>
        </pc:sldMkLst>
        <pc:spChg chg="mod">
          <ac:chgData name="Dragan Javorac" userId="913c2858-fb97-4c6e-a42c-b1f1a16b225e" providerId="ADAL" clId="{06B55334-52AF-443A-B0D9-A91C7D9934B2}" dt="2023-09-28T12:57:46.768" v="639" actId="20577"/>
          <ac:spMkLst>
            <pc:docMk/>
            <pc:sldMk cId="891455290" sldId="298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3:00:45.242" v="670" actId="14100"/>
          <ac:spMkLst>
            <pc:docMk/>
            <pc:sldMk cId="891455290" sldId="298"/>
            <ac:spMk id="3" creationId="{73F8797C-A226-7836-7AC1-7E1ADAA37B9C}"/>
          </ac:spMkLst>
        </pc:spChg>
        <pc:picChg chg="add mod">
          <ac:chgData name="Dragan Javorac" userId="913c2858-fb97-4c6e-a42c-b1f1a16b225e" providerId="ADAL" clId="{06B55334-52AF-443A-B0D9-A91C7D9934B2}" dt="2023-09-28T13:00:34.401" v="642" actId="1076"/>
          <ac:picMkLst>
            <pc:docMk/>
            <pc:sldMk cId="891455290" sldId="298"/>
            <ac:picMk id="5" creationId="{2207BFAA-F22E-35A5-FB4A-F76E2B74AED9}"/>
          </ac:picMkLst>
        </pc:picChg>
        <pc:picChg chg="del">
          <ac:chgData name="Dragan Javorac" userId="913c2858-fb97-4c6e-a42c-b1f1a16b225e" providerId="ADAL" clId="{06B55334-52AF-443A-B0D9-A91C7D9934B2}" dt="2023-09-28T13:00:31.730" v="640" actId="478"/>
          <ac:picMkLst>
            <pc:docMk/>
            <pc:sldMk cId="891455290" sldId="298"/>
            <ac:picMk id="9" creationId="{0009D437-444F-D680-FD22-683DA05440C3}"/>
          </ac:picMkLst>
        </pc:picChg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  <pc:spChg chg="mod">
          <ac:chgData name="Dragan Javorac" userId="913c2858-fb97-4c6e-a42c-b1f1a16b225e" providerId="ADAL" clId="{7F8D6662-5B01-4EF7-8A19-57188D855E06}" dt="2023-07-04T10:16:44.645" v="9" actId="20577"/>
          <ac:spMkLst>
            <pc:docMk/>
            <pc:sldMk cId="3811378203" sldId="256"/>
            <ac:spMk id="3" creationId="{414EDD6F-592F-340B-435C-61829CBE0859}"/>
          </ac:spMkLst>
        </pc:spChg>
        <pc:spChg chg="add mod">
          <ac:chgData name="Dragan Javorac" userId="913c2858-fb97-4c6e-a42c-b1f1a16b225e" providerId="ADAL" clId="{7F8D6662-5B01-4EF7-8A19-57188D855E06}" dt="2023-07-04T10:27:45.760" v="760" actId="120"/>
          <ac:spMkLst>
            <pc:docMk/>
            <pc:sldMk cId="3811378203" sldId="256"/>
            <ac:spMk id="6" creationId="{8B03FA24-69F4-59E5-9854-13D48BDAC97A}"/>
          </ac:spMkLst>
        </pc:spChg>
        <pc:picChg chg="add mod">
          <ac:chgData name="Dragan Javorac" userId="913c2858-fb97-4c6e-a42c-b1f1a16b225e" providerId="ADAL" clId="{7F8D6662-5B01-4EF7-8A19-57188D855E06}" dt="2023-07-04T10:19:21.606" v="126" actId="688"/>
          <ac:picMkLst>
            <pc:docMk/>
            <pc:sldMk cId="3811378203" sldId="256"/>
            <ac:picMk id="5" creationId="{BE2A557C-95D6-6186-E1A9-1DEB4FE78EC0}"/>
          </ac:picMkLst>
        </pc:picChg>
        <pc:picChg chg="del">
          <ac:chgData name="Dragan Javorac" userId="913c2858-fb97-4c6e-a42c-b1f1a16b225e" providerId="ADAL" clId="{7F8D6662-5B01-4EF7-8A19-57188D855E06}" dt="2023-07-04T10:17:21.318" v="12" actId="478"/>
          <ac:picMkLst>
            <pc:docMk/>
            <pc:sldMk cId="3811378203" sldId="256"/>
            <ac:picMk id="9" creationId="{96116168-2181-71A6-355A-7965A2F2EA37}"/>
          </ac:picMkLst>
        </pc:picChg>
        <pc:picChg chg="del">
          <ac:chgData name="Dragan Javorac" userId="913c2858-fb97-4c6e-a42c-b1f1a16b225e" providerId="ADAL" clId="{7F8D6662-5B01-4EF7-8A19-57188D855E06}" dt="2023-07-04T10:17:22.305" v="14" actId="478"/>
          <ac:picMkLst>
            <pc:docMk/>
            <pc:sldMk cId="3811378203" sldId="256"/>
            <ac:picMk id="11" creationId="{DBC3793F-34D2-2A48-8136-85C3399EB66D}"/>
          </ac:picMkLst>
        </pc:picChg>
        <pc:picChg chg="del">
          <ac:chgData name="Dragan Javorac" userId="913c2858-fb97-4c6e-a42c-b1f1a16b225e" providerId="ADAL" clId="{7F8D6662-5B01-4EF7-8A19-57188D855E06}" dt="2023-07-04T10:17:21.810" v="13" actId="478"/>
          <ac:picMkLst>
            <pc:docMk/>
            <pc:sldMk cId="3811378203" sldId="256"/>
            <ac:picMk id="13" creationId="{DE3BB3A5-7D5F-4516-6902-4C66ADA56D18}"/>
          </ac:picMkLst>
        </pc:picChg>
        <pc:picChg chg="del">
          <ac:chgData name="Dragan Javorac" userId="913c2858-fb97-4c6e-a42c-b1f1a16b225e" providerId="ADAL" clId="{7F8D6662-5B01-4EF7-8A19-57188D855E06}" dt="2023-07-04T10:17:20.899" v="11" actId="478"/>
          <ac:picMkLst>
            <pc:docMk/>
            <pc:sldMk cId="3811378203" sldId="256"/>
            <ac:picMk id="15" creationId="{779147A7-AD8B-8270-F994-7EC634D96E98}"/>
          </ac:picMkLst>
        </pc:picChg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  <pc:spChg chg="mod">
          <ac:chgData name="Dragan Javorac" userId="913c2858-fb97-4c6e-a42c-b1f1a16b225e" providerId="ADAL" clId="{7F8D6662-5B01-4EF7-8A19-57188D855E06}" dt="2023-07-04T10:19:28.626" v="13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14.844" v="285" actId="20577"/>
          <ac:spMkLst>
            <pc:docMk/>
            <pc:sldMk cId="3300743470" sldId="257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19:30.656" v="137" actId="478"/>
          <ac:picMkLst>
            <pc:docMk/>
            <pc:sldMk cId="3300743470" sldId="257"/>
            <ac:picMk id="5" creationId="{A9F66CE4-375D-5102-0A16-8D4B1EC598AE}"/>
          </ac:picMkLst>
        </pc:picChg>
        <pc:picChg chg="del">
          <ac:chgData name="Dragan Javorac" userId="913c2858-fb97-4c6e-a42c-b1f1a16b225e" providerId="ADAL" clId="{7F8D6662-5B01-4EF7-8A19-57188D855E06}" dt="2023-07-04T10:19:30.289" v="136" actId="478"/>
          <ac:picMkLst>
            <pc:docMk/>
            <pc:sldMk cId="3300743470" sldId="257"/>
            <ac:picMk id="9" creationId="{D52E5762-374D-C607-2134-836E0D5AEC18}"/>
          </ac:picMkLst>
        </pc:picChg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  <pc:spChg chg="mod">
          <ac:chgData name="Dragan Javorac" userId="913c2858-fb97-4c6e-a42c-b1f1a16b225e" providerId="ADAL" clId="{7F8D6662-5B01-4EF7-8A19-57188D855E06}" dt="2023-07-04T10:20:22.872" v="304" actId="20577"/>
          <ac:spMkLst>
            <pc:docMk/>
            <pc:sldMk cId="1670845898" sldId="259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33.898" v="341" actId="313"/>
          <ac:spMkLst>
            <pc:docMk/>
            <pc:sldMk cId="1670845898" sldId="25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  <pc:spChg chg="mod">
          <ac:chgData name="Dragan Javorac" userId="913c2858-fb97-4c6e-a42c-b1f1a16b225e" providerId="ADAL" clId="{7F8D6662-5B01-4EF7-8A19-57188D855E06}" dt="2023-07-04T10:21:46.366" v="406" actId="20577"/>
          <ac:spMkLst>
            <pc:docMk/>
            <pc:sldMk cId="2046542118" sldId="260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2:20.638" v="494" actId="20577"/>
          <ac:spMkLst>
            <pc:docMk/>
            <pc:sldMk cId="2046542118" sldId="260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7F8D6662-5B01-4EF7-8A19-57188D855E06}" dt="2023-07-04T10:24:27.044" v="558" actId="478"/>
          <ac:picMkLst>
            <pc:docMk/>
            <pc:sldMk cId="2046542118" sldId="260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4.250" v="663" actId="478"/>
          <ac:picMkLst>
            <pc:docMk/>
            <pc:sldMk cId="2046542118" sldId="260"/>
            <ac:picMk id="6" creationId="{010767D2-C9BE-C2C0-0989-2F5BB636D96E}"/>
          </ac:picMkLst>
        </pc:picChg>
        <pc:picChg chg="add mod">
          <ac:chgData name="Dragan Javorac" userId="913c2858-fb97-4c6e-a42c-b1f1a16b225e" providerId="ADAL" clId="{7F8D6662-5B01-4EF7-8A19-57188D855E06}" dt="2023-07-04T10:25:47.013" v="666" actId="1076"/>
          <ac:picMkLst>
            <pc:docMk/>
            <pc:sldMk cId="2046542118" sldId="260"/>
            <ac:picMk id="8" creationId="{16438314-1BF4-7864-4168-A4B113C1504A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  <pc:spChg chg="mod">
          <ac:chgData name="Dragan Javorac" userId="913c2858-fb97-4c6e-a42c-b1f1a16b225e" providerId="ADAL" clId="{7F8D6662-5B01-4EF7-8A19-57188D855E06}" dt="2023-07-04T10:23:36.995" v="508" actId="20577"/>
          <ac:spMkLst>
            <pc:docMk/>
            <pc:sldMk cId="1225269572" sldId="261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6:49.231" v="705" actId="20577"/>
          <ac:spMkLst>
            <pc:docMk/>
            <pc:sldMk cId="1225269572" sldId="261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24:17.766" v="550" actId="478"/>
          <ac:picMkLst>
            <pc:docMk/>
            <pc:sldMk cId="1225269572" sldId="261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8.823" v="667" actId="478"/>
          <ac:picMkLst>
            <pc:docMk/>
            <pc:sldMk cId="1225269572" sldId="261"/>
            <ac:picMk id="6" creationId="{1D6E7C61-CA11-E989-EECC-9A672B5773A6}"/>
          </ac:picMkLst>
        </pc:picChg>
        <pc:picChg chg="add mod">
          <ac:chgData name="Dragan Javorac" userId="913c2858-fb97-4c6e-a42c-b1f1a16b225e" providerId="ADAL" clId="{7F8D6662-5B01-4EF7-8A19-57188D855E06}" dt="2023-07-04T10:25:52.297" v="671" actId="14100"/>
          <ac:picMkLst>
            <pc:docMk/>
            <pc:sldMk cId="1225269572" sldId="261"/>
            <ac:picMk id="8" creationId="{0DAD6602-F169-36F0-0AD1-663EEDA78FFE}"/>
          </ac:picMkLst>
        </pc:picChg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  <pc:spChg chg="mod">
          <ac:chgData name="Dragan Javorac" userId="913c2858-fb97-4c6e-a42c-b1f1a16b225e" providerId="ADAL" clId="{7F8D6662-5B01-4EF7-8A19-57188D855E06}" dt="2023-07-04T10:24:43.813" v="589" actId="20577"/>
          <ac:spMkLst>
            <pc:docMk/>
            <pc:sldMk cId="1222090376" sldId="262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7:12.907" v="908" actId="313"/>
          <ac:spMkLst>
            <pc:docMk/>
            <pc:sldMk cId="1222090376" sldId="262"/>
            <ac:spMk id="3" creationId="{73F8797C-A226-7836-7AC1-7E1ADAA37B9C}"/>
          </ac:spMkLst>
        </pc:spChg>
        <pc:spChg chg="add del">
          <ac:chgData name="Dragan Javorac" userId="913c2858-fb97-4c6e-a42c-b1f1a16b225e" providerId="ADAL" clId="{7F8D6662-5B01-4EF7-8A19-57188D855E06}" dt="2023-07-04T10:37:39.346" v="910" actId="478"/>
          <ac:spMkLst>
            <pc:docMk/>
            <pc:sldMk cId="1222090376" sldId="262"/>
            <ac:spMk id="11" creationId="{E5774E31-B9C6-2998-EB38-109B35ECACB7}"/>
          </ac:spMkLst>
        </pc:spChg>
        <pc:spChg chg="add del mod">
          <ac:chgData name="Dragan Javorac" userId="913c2858-fb97-4c6e-a42c-b1f1a16b225e" providerId="ADAL" clId="{7F8D6662-5B01-4EF7-8A19-57188D855E06}" dt="2023-07-04T10:38:18.708" v="934" actId="478"/>
          <ac:spMkLst>
            <pc:docMk/>
            <pc:sldMk cId="1222090376" sldId="262"/>
            <ac:spMk id="14" creationId="{74EB42B5-0D0B-BFB1-C6F7-82FB1733F47E}"/>
          </ac:spMkLst>
        </pc:spChg>
        <pc:picChg chg="add mod">
          <ac:chgData name="Dragan Javorac" userId="913c2858-fb97-4c6e-a42c-b1f1a16b225e" providerId="ADAL" clId="{7F8D6662-5B01-4EF7-8A19-57188D855E06}" dt="2023-07-04T10:33:11.768" v="902" actId="1076"/>
          <ac:picMkLst>
            <pc:docMk/>
            <pc:sldMk cId="1222090376" sldId="262"/>
            <ac:picMk id="5" creationId="{19D72D3E-EE5E-4726-299A-9614D081E969}"/>
          </ac:picMkLst>
        </pc:picChg>
        <pc:picChg chg="del mod">
          <ac:chgData name="Dragan Javorac" userId="913c2858-fb97-4c6e-a42c-b1f1a16b225e" providerId="ADAL" clId="{7F8D6662-5B01-4EF7-8A19-57188D855E06}" dt="2023-07-04T10:29:43.409" v="829" actId="478"/>
          <ac:picMkLst>
            <pc:docMk/>
            <pc:sldMk cId="1222090376" sldId="262"/>
            <ac:picMk id="6" creationId="{1D6E7C61-CA11-E989-EECC-9A672B5773A6}"/>
          </ac:picMkLst>
        </pc:picChg>
        <pc:picChg chg="add del mod">
          <ac:chgData name="Dragan Javorac" userId="913c2858-fb97-4c6e-a42c-b1f1a16b225e" providerId="ADAL" clId="{7F8D6662-5B01-4EF7-8A19-57188D855E06}" dt="2023-07-04T10:38:52.841" v="961" actId="21"/>
          <ac:picMkLst>
            <pc:docMk/>
            <pc:sldMk cId="1222090376" sldId="262"/>
            <ac:picMk id="8" creationId="{DB587B00-A00C-22D1-31B2-520FEE993728}"/>
          </ac:picMkLst>
        </pc:picChg>
        <pc:picChg chg="add mod">
          <ac:chgData name="Dragan Javorac" userId="913c2858-fb97-4c6e-a42c-b1f1a16b225e" providerId="ADAL" clId="{7F8D6662-5B01-4EF7-8A19-57188D855E06}" dt="2023-07-04T10:33:31.128" v="907" actId="1076"/>
          <ac:picMkLst>
            <pc:docMk/>
            <pc:sldMk cId="1222090376" sldId="262"/>
            <ac:picMk id="10" creationId="{DC250CCA-73CD-EA3C-B9C7-5C2373B6DD55}"/>
          </ac:picMkLst>
        </pc:picChg>
        <pc:picChg chg="add mod modCrop">
          <ac:chgData name="Dragan Javorac" userId="913c2858-fb97-4c6e-a42c-b1f1a16b225e" providerId="ADAL" clId="{7F8D6662-5B01-4EF7-8A19-57188D855E06}" dt="2023-07-04T10:39:39.196" v="971" actId="1076"/>
          <ac:picMkLst>
            <pc:docMk/>
            <pc:sldMk cId="1222090376" sldId="262"/>
            <ac:picMk id="16" creationId="{80902F79-86F3-17E3-52E2-0C8F10192A1F}"/>
          </ac:picMkLst>
        </pc:picChg>
        <pc:cxnChg chg="add del">
          <ac:chgData name="Dragan Javorac" userId="913c2858-fb97-4c6e-a42c-b1f1a16b225e" providerId="ADAL" clId="{7F8D6662-5B01-4EF7-8A19-57188D855E06}" dt="2023-07-04T10:37:54.296" v="912" actId="478"/>
          <ac:cxnSpMkLst>
            <pc:docMk/>
            <pc:sldMk cId="1222090376" sldId="262"/>
            <ac:cxnSpMk id="13" creationId="{404946BF-A921-45A5-9723-120D2A4E774E}"/>
          </ac:cxnSpMkLst>
        </pc:cxnChg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  <pc:spChg chg="mod">
          <ac:chgData name="Dragan Javorac" userId="913c2858-fb97-4c6e-a42c-b1f1a16b225e" providerId="ADAL" clId="{7F8D6662-5B01-4EF7-8A19-57188D855E06}" dt="2023-07-04T10:26:55.980" v="714" actId="20577"/>
          <ac:spMkLst>
            <pc:docMk/>
            <pc:sldMk cId="589306920" sldId="263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9:59.259" v="982" actId="20577"/>
          <ac:spMkLst>
            <pc:docMk/>
            <pc:sldMk cId="589306920" sldId="26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39:51.439" v="975" actId="1076"/>
          <ac:picMkLst>
            <pc:docMk/>
            <pc:sldMk cId="589306920" sldId="263"/>
            <ac:picMk id="5" creationId="{22FE295B-A0AB-F7C4-CABF-0D57673FBFD0}"/>
          </ac:picMkLst>
        </pc:picChg>
        <pc:picChg chg="add mod">
          <ac:chgData name="Dragan Javorac" userId="913c2858-fb97-4c6e-a42c-b1f1a16b225e" providerId="ADAL" clId="{7F8D6662-5B01-4EF7-8A19-57188D855E06}" dt="2023-07-04T10:28:36.653" v="797" actId="1076"/>
          <ac:picMkLst>
            <pc:docMk/>
            <pc:sldMk cId="589306920" sldId="263"/>
            <ac:picMk id="7" creationId="{C657E066-A9E4-DE04-C2DD-5B3F797BEEC8}"/>
          </ac:picMkLst>
        </pc:picChg>
        <pc:picChg chg="del">
          <ac:chgData name="Dragan Javorac" userId="913c2858-fb97-4c6e-a42c-b1f1a16b225e" providerId="ADAL" clId="{7F8D6662-5B01-4EF7-8A19-57188D855E06}" dt="2023-07-04T10:27:55.575" v="761" actId="478"/>
          <ac:picMkLst>
            <pc:docMk/>
            <pc:sldMk cId="589306920" sldId="263"/>
            <ac:picMk id="8" creationId="{0DAD6602-F169-36F0-0AD1-663EEDA78FFE}"/>
          </ac:picMkLst>
        </pc:picChg>
        <pc:picChg chg="add mod">
          <ac:chgData name="Dragan Javorac" userId="913c2858-fb97-4c6e-a42c-b1f1a16b225e" providerId="ADAL" clId="{7F8D6662-5B01-4EF7-8A19-57188D855E06}" dt="2023-07-04T10:39:48.065" v="973" actId="1076"/>
          <ac:picMkLst>
            <pc:docMk/>
            <pc:sldMk cId="589306920" sldId="263"/>
            <ac:picMk id="10" creationId="{719CACC7-7858-8A6F-AC7A-AEA550961CDC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  <pc:spChg chg="mod">
          <ac:chgData name="Dragan Javorac" userId="913c2858-fb97-4c6e-a42c-b1f1a16b225e" providerId="ADAL" clId="{7F8D6662-5B01-4EF7-8A19-57188D855E06}" dt="2023-07-04T10:29:19.989" v="823" actId="20577"/>
          <ac:spMkLst>
            <pc:docMk/>
            <pc:sldMk cId="4014016235" sldId="264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0:19.436" v="1020" actId="20577"/>
          <ac:spMkLst>
            <pc:docMk/>
            <pc:sldMk cId="4014016235" sldId="264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40:05.868" v="984" actId="1076"/>
          <ac:picMkLst>
            <pc:docMk/>
            <pc:sldMk cId="4014016235" sldId="264"/>
            <ac:picMk id="4" creationId="{8B0C7961-8198-1747-1EE8-08CD6FE81BD6}"/>
          </ac:picMkLst>
        </pc:picChg>
        <pc:picChg chg="del">
          <ac:chgData name="Dragan Javorac" userId="913c2858-fb97-4c6e-a42c-b1f1a16b225e" providerId="ADAL" clId="{7F8D6662-5B01-4EF7-8A19-57188D855E06}" dt="2023-07-04T10:38:48.580" v="960" actId="478"/>
          <ac:picMkLst>
            <pc:docMk/>
            <pc:sldMk cId="4014016235" sldId="264"/>
            <ac:picMk id="5" creationId="{22FE295B-A0AB-F7C4-CABF-0D57673FBFD0}"/>
          </ac:picMkLst>
        </pc:picChg>
        <pc:picChg chg="del">
          <ac:chgData name="Dragan Javorac" userId="913c2858-fb97-4c6e-a42c-b1f1a16b225e" providerId="ADAL" clId="{7F8D6662-5B01-4EF7-8A19-57188D855E06}" dt="2023-07-04T10:38:55.429" v="963" actId="478"/>
          <ac:picMkLst>
            <pc:docMk/>
            <pc:sldMk cId="4014016235" sldId="264"/>
            <ac:picMk id="7" creationId="{C657E066-A9E4-DE04-C2DD-5B3F797BEEC8}"/>
          </ac:picMkLst>
        </pc:picChg>
        <pc:picChg chg="add del">
          <ac:chgData name="Dragan Javorac" userId="913c2858-fb97-4c6e-a42c-b1f1a16b225e" providerId="ADAL" clId="{7F8D6662-5B01-4EF7-8A19-57188D855E06}" dt="2023-07-04T10:39:30.086" v="966" actId="22"/>
          <ac:picMkLst>
            <pc:docMk/>
            <pc:sldMk cId="4014016235" sldId="264"/>
            <ac:picMk id="8" creationId="{969E6E5F-0A5E-3E66-FD89-10757BF127BE}"/>
          </ac:picMkLst>
        </pc:picChg>
        <pc:picChg chg="del">
          <ac:chgData name="Dragan Javorac" userId="913c2858-fb97-4c6e-a42c-b1f1a16b225e" providerId="ADAL" clId="{7F8D6662-5B01-4EF7-8A19-57188D855E06}" dt="2023-07-04T10:38:47.785" v="959" actId="478"/>
          <ac:picMkLst>
            <pc:docMk/>
            <pc:sldMk cId="4014016235" sldId="264"/>
            <ac:picMk id="10" creationId="{719CACC7-7858-8A6F-AC7A-AEA550961CDC}"/>
          </ac:picMkLst>
        </pc:picChg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  <pc:spChg chg="mod">
          <ac:chgData name="Dragan Javorac" userId="913c2858-fb97-4c6e-a42c-b1f1a16b225e" providerId="ADAL" clId="{7F8D6662-5B01-4EF7-8A19-57188D855E06}" dt="2023-07-04T10:40:48.751" v="1040" actId="20577"/>
          <ac:spMkLst>
            <pc:docMk/>
            <pc:sldMk cId="3583996413" sldId="265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2:43.557" v="1154" actId="14100"/>
          <ac:spMkLst>
            <pc:docMk/>
            <pc:sldMk cId="3583996413" sldId="265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7F8D6662-5B01-4EF7-8A19-57188D855E06}" dt="2023-07-04T10:42:33.897" v="1146"/>
          <ac:spMkLst>
            <pc:docMk/>
            <pc:sldMk cId="3583996413" sldId="265"/>
            <ac:spMk id="8" creationId="{649F27EA-5703-67A1-661A-BC2870E2DE2C}"/>
          </ac:spMkLst>
        </pc:spChg>
        <pc:spChg chg="add mod">
          <ac:chgData name="Dragan Javorac" userId="913c2858-fb97-4c6e-a42c-b1f1a16b225e" providerId="ADAL" clId="{7F8D6662-5B01-4EF7-8A19-57188D855E06}" dt="2023-07-04T10:42:35.785" v="1147" actId="21"/>
          <ac:spMkLst>
            <pc:docMk/>
            <pc:sldMk cId="3583996413" sldId="265"/>
            <ac:spMk id="10" creationId="{A29615E6-C33E-423F-4BB2-BC7E20E15E9B}"/>
          </ac:spMkLst>
        </pc:spChg>
        <pc:picChg chg="del">
          <ac:chgData name="Dragan Javorac" userId="913c2858-fb97-4c6e-a42c-b1f1a16b225e" providerId="ADAL" clId="{7F8D6662-5B01-4EF7-8A19-57188D855E06}" dt="2023-07-04T10:40:52.454" v="1043" actId="478"/>
          <ac:picMkLst>
            <pc:docMk/>
            <pc:sldMk cId="3583996413" sldId="265"/>
            <ac:picMk id="4" creationId="{8B0C7961-8198-1747-1EE8-08CD6FE81BD6}"/>
          </ac:picMkLst>
        </pc:picChg>
        <pc:picChg chg="add mod">
          <ac:chgData name="Dragan Javorac" userId="913c2858-fb97-4c6e-a42c-b1f1a16b225e" providerId="ADAL" clId="{7F8D6662-5B01-4EF7-8A19-57188D855E06}" dt="2023-07-04T10:42:45.762" v="1155" actId="1076"/>
          <ac:picMkLst>
            <pc:docMk/>
            <pc:sldMk cId="3583996413" sldId="265"/>
            <ac:picMk id="6" creationId="{B22B9BE8-03D5-3A02-21B9-9CA327811B05}"/>
          </ac:picMkLst>
        </pc:picChg>
        <pc:picChg chg="add mod">
          <ac:chgData name="Dragan Javorac" userId="913c2858-fb97-4c6e-a42c-b1f1a16b225e" providerId="ADAL" clId="{7F8D6662-5B01-4EF7-8A19-57188D855E06}" dt="2023-07-04T10:42:58.301" v="1157" actId="1076"/>
          <ac:picMkLst>
            <pc:docMk/>
            <pc:sldMk cId="3583996413" sldId="265"/>
            <ac:picMk id="12" creationId="{C09EA008-F7B2-4C19-7089-A962403D86CC}"/>
          </ac:picMkLst>
        </pc:picChg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C3D385BC-1153-40C2-8233-CD4EC7C1BF76}"/>
    <pc:docChg chg="undo custSel addSld delSld modSld">
      <pc:chgData name="Dragan Javorac" userId="913c2858-fb97-4c6e-a42c-b1f1a16b225e" providerId="ADAL" clId="{C3D385BC-1153-40C2-8233-CD4EC7C1BF76}" dt="2023-09-19T07:46:49.303" v="2823" actId="20577"/>
      <pc:docMkLst>
        <pc:docMk/>
      </pc:docMkLst>
      <pc:sldChg chg="modSp mod">
        <pc:chgData name="Dragan Javorac" userId="913c2858-fb97-4c6e-a42c-b1f1a16b225e" providerId="ADAL" clId="{C3D385BC-1153-40C2-8233-CD4EC7C1BF76}" dt="2023-09-07T08:45:23.884" v="14" actId="20577"/>
        <pc:sldMkLst>
          <pc:docMk/>
          <pc:sldMk cId="3811378203" sldId="256"/>
        </pc:sldMkLst>
        <pc:spChg chg="mod">
          <ac:chgData name="Dragan Javorac" userId="913c2858-fb97-4c6e-a42c-b1f1a16b225e" providerId="ADAL" clId="{C3D385BC-1153-40C2-8233-CD4EC7C1BF76}" dt="2023-09-07T08:45:23.884" v="14" actId="20577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1291384" sldId="27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375162483" sldId="277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613013851" sldId="278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160278698" sldId="27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970924722" sldId="280"/>
        </pc:sldMkLst>
      </pc:sldChg>
      <pc:sldChg chg="addSp delSp modSp mod">
        <pc:chgData name="Dragan Javorac" userId="913c2858-fb97-4c6e-a42c-b1f1a16b225e" providerId="ADAL" clId="{C3D385BC-1153-40C2-8233-CD4EC7C1BF76}" dt="2023-09-07T08:46:57.409" v="102" actId="20577"/>
        <pc:sldMkLst>
          <pc:docMk/>
          <pc:sldMk cId="3451708679" sldId="281"/>
        </pc:sldMkLst>
        <pc:spChg chg="mod">
          <ac:chgData name="Dragan Javorac" userId="913c2858-fb97-4c6e-a42c-b1f1a16b225e" providerId="ADAL" clId="{C3D385BC-1153-40C2-8233-CD4EC7C1BF76}" dt="2023-09-07T08:46:19.139" v="3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46:57.409" v="102" actId="20577"/>
          <ac:spMkLst>
            <pc:docMk/>
            <pc:sldMk cId="3451708679" sldId="281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5:33.217" v="16" actId="478"/>
          <ac:spMkLst>
            <pc:docMk/>
            <pc:sldMk cId="3451708679" sldId="281"/>
            <ac:spMk id="6" creationId="{E6D59341-7BA6-C914-7E7A-D4EED6FA4F90}"/>
          </ac:spMkLst>
        </pc:spChg>
        <pc:spChg chg="add">
          <ac:chgData name="Dragan Javorac" userId="913c2858-fb97-4c6e-a42c-b1f1a16b225e" providerId="ADAL" clId="{C3D385BC-1153-40C2-8233-CD4EC7C1BF76}" dt="2023-09-07T08:46:41.587" v="76" actId="11529"/>
          <ac:spMkLst>
            <pc:docMk/>
            <pc:sldMk cId="3451708679" sldId="281"/>
            <ac:spMk id="8" creationId="{2C2CCBA2-3762-71A6-EA77-6CB09BBAA70D}"/>
          </ac:spMkLst>
        </pc:spChg>
        <pc:spChg chg="add mod">
          <ac:chgData name="Dragan Javorac" userId="913c2858-fb97-4c6e-a42c-b1f1a16b225e" providerId="ADAL" clId="{C3D385BC-1153-40C2-8233-CD4EC7C1BF76}" dt="2023-09-07T08:46:49.890" v="78" actId="1076"/>
          <ac:spMkLst>
            <pc:docMk/>
            <pc:sldMk cId="3451708679" sldId="281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5:33.684" v="17" actId="478"/>
          <ac:picMkLst>
            <pc:docMk/>
            <pc:sldMk cId="3451708679" sldId="281"/>
            <ac:picMk id="5" creationId="{637BE710-EA6B-9BBD-102C-B0705B3354BE}"/>
          </ac:picMkLst>
        </pc:picChg>
        <pc:picChg chg="add mod">
          <ac:chgData name="Dragan Javorac" userId="913c2858-fb97-4c6e-a42c-b1f1a16b225e" providerId="ADAL" clId="{C3D385BC-1153-40C2-8233-CD4EC7C1BF76}" dt="2023-09-07T08:46:35.253" v="75" actId="1076"/>
          <ac:picMkLst>
            <pc:docMk/>
            <pc:sldMk cId="3451708679" sldId="281"/>
            <ac:picMk id="7" creationId="{A8D48A20-26A4-B84B-A179-216E20590946}"/>
          </ac:picMkLst>
        </pc:pic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763588422" sldId="282"/>
        </pc:sldMkLst>
      </pc:sldChg>
      <pc:sldChg chg="addSp delSp modSp add mod">
        <pc:chgData name="Dragan Javorac" userId="913c2858-fb97-4c6e-a42c-b1f1a16b225e" providerId="ADAL" clId="{C3D385BC-1153-40C2-8233-CD4EC7C1BF76}" dt="2023-09-07T08:48:38.323" v="142" actId="20577"/>
        <pc:sldMkLst>
          <pc:docMk/>
          <pc:sldMk cId="2520737929" sldId="282"/>
        </pc:sldMkLst>
        <pc:spChg chg="mod">
          <ac:chgData name="Dragan Javorac" userId="913c2858-fb97-4c6e-a42c-b1f1a16b225e" providerId="ADAL" clId="{C3D385BC-1153-40C2-8233-CD4EC7C1BF76}" dt="2023-09-07T08:48:38.323" v="142" actId="20577"/>
          <ac:spMkLst>
            <pc:docMk/>
            <pc:sldMk cId="2520737929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8:30.197" v="112" actId="478"/>
          <ac:spMkLst>
            <pc:docMk/>
            <pc:sldMk cId="2520737929" sldId="282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8:28.424" v="111" actId="1076"/>
          <ac:spMkLst>
            <pc:docMk/>
            <pc:sldMk cId="2520737929" sldId="282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8:23.303" v="108" actId="1076"/>
          <ac:picMkLst>
            <pc:docMk/>
            <pc:sldMk cId="2520737929" sldId="282"/>
            <ac:picMk id="5" creationId="{A39BDAE2-F835-49C6-6339-CF8639F6FAA0}"/>
          </ac:picMkLst>
        </pc:picChg>
        <pc:picChg chg="del">
          <ac:chgData name="Dragan Javorac" userId="913c2858-fb97-4c6e-a42c-b1f1a16b225e" providerId="ADAL" clId="{C3D385BC-1153-40C2-8233-CD4EC7C1BF76}" dt="2023-09-07T08:48:18.913" v="105" actId="478"/>
          <ac:picMkLst>
            <pc:docMk/>
            <pc:sldMk cId="2520737929" sldId="282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24.672" v="2206" actId="313"/>
        <pc:sldMkLst>
          <pc:docMk/>
          <pc:sldMk cId="322632929" sldId="283"/>
        </pc:sldMkLst>
        <pc:spChg chg="mod">
          <ac:chgData name="Dragan Javorac" userId="913c2858-fb97-4c6e-a42c-b1f1a16b225e" providerId="ADAL" clId="{C3D385BC-1153-40C2-8233-CD4EC7C1BF76}" dt="2023-09-07T08:49:33.416" v="187" actId="20577"/>
          <ac:spMkLst>
            <pc:docMk/>
            <pc:sldMk cId="322632929" sldId="283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8T13:31:24.672" v="2206" actId="313"/>
          <ac:spMkLst>
            <pc:docMk/>
            <pc:sldMk cId="322632929" sldId="283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9:26.723" v="165" actId="1076"/>
          <ac:spMkLst>
            <pc:docMk/>
            <pc:sldMk cId="322632929" sldId="283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9:15.472" v="148" actId="1076"/>
          <ac:picMkLst>
            <pc:docMk/>
            <pc:sldMk cId="322632929" sldId="283"/>
            <ac:picMk id="5" creationId="{A613236B-3693-87CC-6125-2F1D72AEED03}"/>
          </ac:picMkLst>
        </pc:picChg>
        <pc:picChg chg="del">
          <ac:chgData name="Dragan Javorac" userId="913c2858-fb97-4c6e-a42c-b1f1a16b225e" providerId="ADAL" clId="{C3D385BC-1153-40C2-8233-CD4EC7C1BF76}" dt="2023-09-07T08:49:12.052" v="144" actId="478"/>
          <ac:picMkLst>
            <pc:docMk/>
            <pc:sldMk cId="322632929" sldId="283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00.419" v="345" actId="20577"/>
        <pc:sldMkLst>
          <pc:docMk/>
          <pc:sldMk cId="533409294" sldId="284"/>
        </pc:sldMkLst>
        <pc:spChg chg="mod">
          <ac:chgData name="Dragan Javorac" userId="913c2858-fb97-4c6e-a42c-b1f1a16b225e" providerId="ADAL" clId="{C3D385BC-1153-40C2-8233-CD4EC7C1BF76}" dt="2023-09-07T08:54:00.419" v="345" actId="20577"/>
          <ac:spMkLst>
            <pc:docMk/>
            <pc:sldMk cId="533409294" sldId="284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0:27.723" v="237" actId="20577"/>
          <ac:spMkLst>
            <pc:docMk/>
            <pc:sldMk cId="533409294" sldId="284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08:50:19.797" v="212" actId="1076"/>
          <ac:spMkLst>
            <pc:docMk/>
            <pc:sldMk cId="533409294" sldId="284"/>
            <ac:spMk id="7" creationId="{1A832F93-22B8-35BB-B219-7B5B443EE25E}"/>
          </ac:spMkLst>
        </pc:spChg>
        <pc:spChg chg="add mod">
          <ac:chgData name="Dragan Javorac" userId="913c2858-fb97-4c6e-a42c-b1f1a16b225e" providerId="ADAL" clId="{C3D385BC-1153-40C2-8233-CD4EC7C1BF76}" dt="2023-09-07T08:50:18.249" v="211" actId="20577"/>
          <ac:spMkLst>
            <pc:docMk/>
            <pc:sldMk cId="533409294" sldId="284"/>
            <ac:spMk id="8" creationId="{D8170542-7342-B258-058B-2776BF8EFBE2}"/>
          </ac:spMkLst>
        </pc:spChg>
        <pc:spChg chg="del">
          <ac:chgData name="Dragan Javorac" userId="913c2858-fb97-4c6e-a42c-b1f1a16b225e" providerId="ADAL" clId="{C3D385BC-1153-40C2-8233-CD4EC7C1BF76}" dt="2023-09-07T08:49:45.829" v="190" actId="478"/>
          <ac:spMkLst>
            <pc:docMk/>
            <pc:sldMk cId="533409294" sldId="284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9:45.364" v="189" actId="478"/>
          <ac:picMkLst>
            <pc:docMk/>
            <pc:sldMk cId="533409294" sldId="284"/>
            <ac:picMk id="5" creationId="{A39BDAE2-F835-49C6-6339-CF8639F6FAA0}"/>
          </ac:picMkLst>
        </pc:picChg>
        <pc:picChg chg="add mod">
          <ac:chgData name="Dragan Javorac" userId="913c2858-fb97-4c6e-a42c-b1f1a16b225e" providerId="ADAL" clId="{C3D385BC-1153-40C2-8233-CD4EC7C1BF76}" dt="2023-09-07T08:49:55.982" v="192" actId="1076"/>
          <ac:picMkLst>
            <pc:docMk/>
            <pc:sldMk cId="533409294" sldId="284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42.758" v="365" actId="21"/>
        <pc:sldMkLst>
          <pc:docMk/>
          <pc:sldMk cId="2773657184" sldId="285"/>
        </pc:sldMkLst>
        <pc:spChg chg="mod">
          <ac:chgData name="Dragan Javorac" userId="913c2858-fb97-4c6e-a42c-b1f1a16b225e" providerId="ADAL" clId="{C3D385BC-1153-40C2-8233-CD4EC7C1BF76}" dt="2023-09-07T08:53:54.322" v="333" actId="20577"/>
          <ac:spMkLst>
            <pc:docMk/>
            <pc:sldMk cId="2773657184" sldId="285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4:42.758" v="365" actId="21"/>
          <ac:spMkLst>
            <pc:docMk/>
            <pc:sldMk cId="2773657184" sldId="285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1:11.697" v="244" actId="14100"/>
          <ac:spMkLst>
            <pc:docMk/>
            <pc:sldMk cId="2773657184" sldId="285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1:17.284" v="262" actId="20577"/>
          <ac:spMkLst>
            <pc:docMk/>
            <pc:sldMk cId="2773657184" sldId="285"/>
            <ac:spMk id="8" creationId="{D8170542-7342-B258-058B-2776BF8EFBE2}"/>
          </ac:spMkLst>
        </pc:spChg>
        <pc:picChg chg="add mod ord">
          <ac:chgData name="Dragan Javorac" userId="913c2858-fb97-4c6e-a42c-b1f1a16b225e" providerId="ADAL" clId="{C3D385BC-1153-40C2-8233-CD4EC7C1BF76}" dt="2023-09-07T08:51:09.253" v="242" actId="1076"/>
          <ac:picMkLst>
            <pc:docMk/>
            <pc:sldMk cId="2773657184" sldId="285"/>
            <ac:picMk id="5" creationId="{A15E5E8C-7196-E8E0-767A-9864801AD67C}"/>
          </ac:picMkLst>
        </pc:picChg>
        <pc:picChg chg="del">
          <ac:chgData name="Dragan Javorac" userId="913c2858-fb97-4c6e-a42c-b1f1a16b225e" providerId="ADAL" clId="{C3D385BC-1153-40C2-8233-CD4EC7C1BF76}" dt="2023-09-07T08:51:06.452" v="239" actId="478"/>
          <ac:picMkLst>
            <pc:docMk/>
            <pc:sldMk cId="2773657184" sldId="285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32.154" v="2208"/>
        <pc:sldMkLst>
          <pc:docMk/>
          <pc:sldMk cId="1786902067" sldId="286"/>
        </pc:sldMkLst>
        <pc:spChg chg="mod">
          <ac:chgData name="Dragan Javorac" userId="913c2858-fb97-4c6e-a42c-b1f1a16b225e" providerId="ADAL" clId="{C3D385BC-1153-40C2-8233-CD4EC7C1BF76}" dt="2023-09-08T13:31:30.035" v="2207" actId="313"/>
          <ac:spMkLst>
            <pc:docMk/>
            <pc:sldMk cId="1786902067" sldId="286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1:32.154" v="2208"/>
          <ac:spMkLst>
            <pc:docMk/>
            <pc:sldMk cId="1786902067" sldId="286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5:41.369" v="398" actId="1076"/>
          <ac:spMkLst>
            <pc:docMk/>
            <pc:sldMk cId="1786902067" sldId="286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5:44.720" v="401" actId="1076"/>
          <ac:spMkLst>
            <pc:docMk/>
            <pc:sldMk cId="1786902067" sldId="286"/>
            <ac:spMk id="8" creationId="{D8170542-7342-B258-058B-2776BF8EFBE2}"/>
          </ac:spMkLst>
        </pc:spChg>
        <pc:spChg chg="add del mod">
          <ac:chgData name="Dragan Javorac" userId="913c2858-fb97-4c6e-a42c-b1f1a16b225e" providerId="ADAL" clId="{C3D385BC-1153-40C2-8233-CD4EC7C1BF76}" dt="2023-09-07T08:55:46.414" v="403" actId="478"/>
          <ac:spMkLst>
            <pc:docMk/>
            <pc:sldMk cId="1786902067" sldId="286"/>
            <ac:spMk id="9" creationId="{68513C5D-33BB-A598-633C-BB40D9C8DF01}"/>
          </ac:spMkLst>
        </pc:spChg>
        <pc:picChg chg="del">
          <ac:chgData name="Dragan Javorac" userId="913c2858-fb97-4c6e-a42c-b1f1a16b225e" providerId="ADAL" clId="{C3D385BC-1153-40C2-8233-CD4EC7C1BF76}" dt="2023-09-07T08:51:38.703" v="318" actId="478"/>
          <ac:picMkLst>
            <pc:docMk/>
            <pc:sldMk cId="1786902067" sldId="286"/>
            <ac:picMk id="5" creationId="{A15E5E8C-7196-E8E0-767A-9864801AD67C}"/>
          </ac:picMkLst>
        </pc:picChg>
        <pc:picChg chg="add mod ord">
          <ac:chgData name="Dragan Javorac" userId="913c2858-fb97-4c6e-a42c-b1f1a16b225e" providerId="ADAL" clId="{C3D385BC-1153-40C2-8233-CD4EC7C1BF76}" dt="2023-09-07T08:53:48.887" v="322" actId="1076"/>
          <ac:picMkLst>
            <pc:docMk/>
            <pc:sldMk cId="1786902067" sldId="286"/>
            <ac:picMk id="6" creationId="{571BB66B-EE53-8384-3A26-5710B43E09FA}"/>
          </ac:picMkLst>
        </pc:picChg>
      </pc:sldChg>
      <pc:sldChg chg="delSp modSp add mod">
        <pc:chgData name="Dragan Javorac" userId="913c2858-fb97-4c6e-a42c-b1f1a16b225e" providerId="ADAL" clId="{C3D385BC-1153-40C2-8233-CD4EC7C1BF76}" dt="2023-09-08T13:32:16.610" v="2226" actId="1076"/>
        <pc:sldMkLst>
          <pc:docMk/>
          <pc:sldMk cId="1713942279" sldId="287"/>
        </pc:sldMkLst>
        <pc:spChg chg="mod">
          <ac:chgData name="Dragan Javorac" userId="913c2858-fb97-4c6e-a42c-b1f1a16b225e" providerId="ADAL" clId="{C3D385BC-1153-40C2-8233-CD4EC7C1BF76}" dt="2023-09-08T13:32:10.818" v="2224" actId="20577"/>
          <ac:spMkLst>
            <pc:docMk/>
            <pc:sldMk cId="1713942279" sldId="287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25:26.659" v="577" actId="14100"/>
          <ac:spMkLst>
            <pc:docMk/>
            <pc:sldMk cId="1713942279" sldId="287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14:24:29.813" v="420" actId="478"/>
          <ac:spMkLst>
            <pc:docMk/>
            <pc:sldMk cId="1713942279" sldId="287"/>
            <ac:spMk id="7" creationId="{1A832F93-22B8-35BB-B219-7B5B443EE25E}"/>
          </ac:spMkLst>
        </pc:spChg>
        <pc:spChg chg="del mod">
          <ac:chgData name="Dragan Javorac" userId="913c2858-fb97-4c6e-a42c-b1f1a16b225e" providerId="ADAL" clId="{C3D385BC-1153-40C2-8233-CD4EC7C1BF76}" dt="2023-09-07T14:24:27.833" v="419" actId="478"/>
          <ac:spMkLst>
            <pc:docMk/>
            <pc:sldMk cId="1713942279" sldId="287"/>
            <ac:spMk id="8" creationId="{D8170542-7342-B258-058B-2776BF8EFBE2}"/>
          </ac:spMkLst>
        </pc:spChg>
        <pc:picChg chg="mod ord modCrop">
          <ac:chgData name="Dragan Javorac" userId="913c2858-fb97-4c6e-a42c-b1f1a16b225e" providerId="ADAL" clId="{C3D385BC-1153-40C2-8233-CD4EC7C1BF76}" dt="2023-09-08T13:32:16.610" v="2226" actId="1076"/>
          <ac:picMkLst>
            <pc:docMk/>
            <pc:sldMk cId="1713942279" sldId="287"/>
            <ac:picMk id="6" creationId="{571BB66B-EE53-8384-3A26-5710B43E09FA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0:31.857" v="2205" actId="313"/>
        <pc:sldMkLst>
          <pc:docMk/>
          <pc:sldMk cId="2012868093" sldId="288"/>
        </pc:sldMkLst>
        <pc:spChg chg="mod">
          <ac:chgData name="Dragan Javorac" userId="913c2858-fb97-4c6e-a42c-b1f1a16b225e" providerId="ADAL" clId="{C3D385BC-1153-40C2-8233-CD4EC7C1BF76}" dt="2023-09-07T14:25:51.759" v="585" actId="20577"/>
          <ac:spMkLst>
            <pc:docMk/>
            <pc:sldMk cId="2012868093" sldId="288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0:31.857" v="2205" actId="313"/>
          <ac:spMkLst>
            <pc:docMk/>
            <pc:sldMk cId="2012868093" sldId="288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8T13:30:26.840" v="2202" actId="1076"/>
          <ac:spMkLst>
            <pc:docMk/>
            <pc:sldMk cId="2012868093" sldId="288"/>
            <ac:spMk id="4" creationId="{F75732FE-F630-39B1-0D87-83CADB4CE7E9}"/>
          </ac:spMkLst>
        </pc:spChg>
        <pc:picChg chg="del">
          <ac:chgData name="Dragan Javorac" userId="913c2858-fb97-4c6e-a42c-b1f1a16b225e" providerId="ADAL" clId="{C3D385BC-1153-40C2-8233-CD4EC7C1BF76}" dt="2023-09-07T14:25:48.783" v="580" actId="478"/>
          <ac:picMkLst>
            <pc:docMk/>
            <pc:sldMk cId="2012868093" sldId="288"/>
            <ac:picMk id="6" creationId="{571BB66B-EE53-8384-3A26-5710B43E09FA}"/>
          </ac:picMkLst>
        </pc:picChg>
      </pc:sldChg>
      <pc:sldChg chg="modSp add mod">
        <pc:chgData name="Dragan Javorac" userId="913c2858-fb97-4c6e-a42c-b1f1a16b225e" providerId="ADAL" clId="{C3D385BC-1153-40C2-8233-CD4EC7C1BF76}" dt="2023-09-08T13:29:35.886" v="2136" actId="20577"/>
        <pc:sldMkLst>
          <pc:docMk/>
          <pc:sldMk cId="1032720552" sldId="289"/>
        </pc:sldMkLst>
        <pc:spChg chg="mod">
          <ac:chgData name="Dragan Javorac" userId="913c2858-fb97-4c6e-a42c-b1f1a16b225e" providerId="ADAL" clId="{C3D385BC-1153-40C2-8233-CD4EC7C1BF76}" dt="2023-09-07T14:27:18.706" v="832" actId="20577"/>
          <ac:spMkLst>
            <pc:docMk/>
            <pc:sldMk cId="1032720552" sldId="289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29:35.886" v="2136" actId="20577"/>
          <ac:spMkLst>
            <pc:docMk/>
            <pc:sldMk cId="1032720552" sldId="28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4.200" v="2822" actId="478"/>
        <pc:sldMkLst>
          <pc:docMk/>
          <pc:sldMk cId="2212858245" sldId="290"/>
        </pc:sldMkLst>
        <pc:spChg chg="mod">
          <ac:chgData name="Dragan Javorac" userId="913c2858-fb97-4c6e-a42c-b1f1a16b225e" providerId="ADAL" clId="{C3D385BC-1153-40C2-8233-CD4EC7C1BF76}" dt="2023-09-07T14:28:08.893" v="994" actId="20577"/>
          <ac:spMkLst>
            <pc:docMk/>
            <pc:sldMk cId="2212858245" sldId="290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4:42.146" v="2470" actId="20577"/>
          <ac:spMkLst>
            <pc:docMk/>
            <pc:sldMk cId="2212858245" sldId="290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C3D385BC-1153-40C2-8233-CD4EC7C1BF76}" dt="2023-09-19T07:46:44.200" v="2822" actId="478"/>
          <ac:spMkLst>
            <pc:docMk/>
            <pc:sldMk cId="2212858245" sldId="290"/>
            <ac:spMk id="4" creationId="{4E46DFFC-B092-50D0-6816-6863615B1E28}"/>
          </ac:spMkLst>
        </pc:spChg>
        <pc:picChg chg="del">
          <ac:chgData name="Dragan Javorac" userId="913c2858-fb97-4c6e-a42c-b1f1a16b225e" providerId="ADAL" clId="{C3D385BC-1153-40C2-8233-CD4EC7C1BF76}" dt="2023-09-07T14:28:12.104" v="995" actId="478"/>
          <ac:picMkLst>
            <pc:docMk/>
            <pc:sldMk cId="2212858245" sldId="290"/>
            <ac:picMk id="6" creationId="{571BB66B-EE53-8384-3A26-5710B43E09FA}"/>
          </ac:picMkLst>
        </pc:picChg>
      </pc:sldChg>
      <pc:sldChg chg="addSp modSp add mod">
        <pc:chgData name="Dragan Javorac" userId="913c2858-fb97-4c6e-a42c-b1f1a16b225e" providerId="ADAL" clId="{C3D385BC-1153-40C2-8233-CD4EC7C1BF76}" dt="2023-09-07T14:51:48.983" v="2118" actId="15"/>
        <pc:sldMkLst>
          <pc:docMk/>
          <pc:sldMk cId="2183247633" sldId="291"/>
        </pc:sldMkLst>
        <pc:spChg chg="mod">
          <ac:chgData name="Dragan Javorac" userId="913c2858-fb97-4c6e-a42c-b1f1a16b225e" providerId="ADAL" clId="{C3D385BC-1153-40C2-8233-CD4EC7C1BF76}" dt="2023-09-07T14:29:17.721" v="1195" actId="20577"/>
          <ac:spMkLst>
            <pc:docMk/>
            <pc:sldMk cId="2183247633" sldId="29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51:48.983" v="2118" actId="15"/>
          <ac:spMkLst>
            <pc:docMk/>
            <pc:sldMk cId="2183247633" sldId="291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14:50:36.779" v="2029" actId="1076"/>
          <ac:spMkLst>
            <pc:docMk/>
            <pc:sldMk cId="2183247633" sldId="291"/>
            <ac:spMk id="4" creationId="{DAA2CBD3-755E-FCAD-787E-888D980E6D59}"/>
          </ac:spMkLst>
        </pc:spChg>
        <pc:spChg chg="add mod">
          <ac:chgData name="Dragan Javorac" userId="913c2858-fb97-4c6e-a42c-b1f1a16b225e" providerId="ADAL" clId="{C3D385BC-1153-40C2-8233-CD4EC7C1BF76}" dt="2023-09-07T14:51:39.693" v="2114" actId="14100"/>
          <ac:spMkLst>
            <pc:docMk/>
            <pc:sldMk cId="2183247633" sldId="291"/>
            <ac:spMk id="5" creationId="{C79916D1-CC23-E2D4-B865-A7C71229D3D6}"/>
          </ac:spMkLst>
        </pc:spChg>
        <pc:spChg chg="add mod">
          <ac:chgData name="Dragan Javorac" userId="913c2858-fb97-4c6e-a42c-b1f1a16b225e" providerId="ADAL" clId="{C3D385BC-1153-40C2-8233-CD4EC7C1BF76}" dt="2023-09-07T14:51:41.745" v="2115" actId="14100"/>
          <ac:spMkLst>
            <pc:docMk/>
            <pc:sldMk cId="2183247633" sldId="291"/>
            <ac:spMk id="6" creationId="{970709EA-CA59-09C5-FE97-B5C2A5EB9EA7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07T14:48:18.399" v="1926" actId="14100"/>
        <pc:sldMkLst>
          <pc:docMk/>
          <pc:sldMk cId="3885579670" sldId="292"/>
        </pc:sldMkLst>
        <pc:spChg chg="mod">
          <ac:chgData name="Dragan Javorac" userId="913c2858-fb97-4c6e-a42c-b1f1a16b225e" providerId="ADAL" clId="{C3D385BC-1153-40C2-8233-CD4EC7C1BF76}" dt="2023-09-07T14:46:42.076" v="1819" actId="20577"/>
          <ac:spMkLst>
            <pc:docMk/>
            <pc:sldMk cId="3885579670" sldId="292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48:18.399" v="1926" actId="14100"/>
          <ac:spMkLst>
            <pc:docMk/>
            <pc:sldMk cId="3885579670" sldId="292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C3D385BC-1153-40C2-8233-CD4EC7C1BF76}" dt="2023-09-07T14:47:42.224" v="1820" actId="478"/>
          <ac:picMkLst>
            <pc:docMk/>
            <pc:sldMk cId="3885579670" sldId="292"/>
            <ac:picMk id="5" creationId="{7590F02A-2777-3924-F516-B14B8908A026}"/>
          </ac:picMkLst>
        </pc:picChg>
        <pc:picChg chg="add mod">
          <ac:chgData name="Dragan Javorac" userId="913c2858-fb97-4c6e-a42c-b1f1a16b225e" providerId="ADAL" clId="{C3D385BC-1153-40C2-8233-CD4EC7C1BF76}" dt="2023-09-07T14:48:14.454" v="1925" actId="14100"/>
          <ac:picMkLst>
            <pc:docMk/>
            <pc:sldMk cId="3885579670" sldId="292"/>
            <ac:picMk id="7" creationId="{BCC69B11-9932-D219-EAF6-AABA90A0B7FF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19T07:40:26.700" v="2382" actId="14100"/>
        <pc:sldMkLst>
          <pc:docMk/>
          <pc:sldMk cId="3209220919" sldId="293"/>
        </pc:sldMkLst>
        <pc:spChg chg="mod">
          <ac:chgData name="Dragan Javorac" userId="913c2858-fb97-4c6e-a42c-b1f1a16b225e" providerId="ADAL" clId="{C3D385BC-1153-40C2-8233-CD4EC7C1BF76}" dt="2023-09-19T07:12:51.779" v="2292" actId="20577"/>
          <ac:spMkLst>
            <pc:docMk/>
            <pc:sldMk cId="3209220919" sldId="293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0:26.700" v="2382" actId="14100"/>
          <ac:spMkLst>
            <pc:docMk/>
            <pc:sldMk cId="3209220919" sldId="29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C3D385BC-1153-40C2-8233-CD4EC7C1BF76}" dt="2023-09-19T07:40:24.610" v="2381" actId="14100"/>
          <ac:picMkLst>
            <pc:docMk/>
            <pc:sldMk cId="3209220919" sldId="293"/>
            <ac:picMk id="5" creationId="{2E56C4DA-FED2-AC13-3D1E-954BE4DF1D89}"/>
          </ac:picMkLst>
        </pc:picChg>
        <pc:picChg chg="del">
          <ac:chgData name="Dragan Javorac" userId="913c2858-fb97-4c6e-a42c-b1f1a16b225e" providerId="ADAL" clId="{C3D385BC-1153-40C2-8233-CD4EC7C1BF76}" dt="2023-09-19T07:12:41.313" v="2269" actId="478"/>
          <ac:picMkLst>
            <pc:docMk/>
            <pc:sldMk cId="3209220919" sldId="293"/>
            <ac:picMk id="7" creationId="{BCC69B11-9932-D219-EAF6-AABA90A0B7FF}"/>
          </ac:picMkLst>
        </pc:picChg>
      </pc:sldChg>
      <pc:sldChg chg="modSp add del mod">
        <pc:chgData name="Dragan Javorac" userId="913c2858-fb97-4c6e-a42c-b1f1a16b225e" providerId="ADAL" clId="{C3D385BC-1153-40C2-8233-CD4EC7C1BF76}" dt="2023-09-19T07:40:59.359" v="2394" actId="47"/>
        <pc:sldMkLst>
          <pc:docMk/>
          <pc:sldMk cId="2087307890" sldId="294"/>
        </pc:sldMkLst>
        <pc:spChg chg="mod">
          <ac:chgData name="Dragan Javorac" userId="913c2858-fb97-4c6e-a42c-b1f1a16b225e" providerId="ADAL" clId="{C3D385BC-1153-40C2-8233-CD4EC7C1BF76}" dt="2023-09-19T07:40:55.995" v="2393" actId="20577"/>
          <ac:spMkLst>
            <pc:docMk/>
            <pc:sldMk cId="2087307890" sldId="294"/>
            <ac:spMk id="2" creationId="{59249F84-7683-7A1C-A158-E9E5BD087E59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9.303" v="2823" actId="20577"/>
        <pc:sldMkLst>
          <pc:docMk/>
          <pc:sldMk cId="4043838415" sldId="294"/>
        </pc:sldMkLst>
        <pc:spChg chg="del">
          <ac:chgData name="Dragan Javorac" userId="913c2858-fb97-4c6e-a42c-b1f1a16b225e" providerId="ADAL" clId="{C3D385BC-1153-40C2-8233-CD4EC7C1BF76}" dt="2023-09-19T07:46:39.143" v="2818" actId="478"/>
          <ac:spMkLst>
            <pc:docMk/>
            <pc:sldMk cId="4043838415" sldId="294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19T07:46:49.303" v="2823" actId="20577"/>
          <ac:spMkLst>
            <pc:docMk/>
            <pc:sldMk cId="4043838415" sldId="294"/>
            <ac:spMk id="4" creationId="{4E46DFFC-B092-50D0-6816-6863615B1E28}"/>
          </ac:spMkLst>
        </pc:spChg>
        <pc:spChg chg="add del mod">
          <ac:chgData name="Dragan Javorac" userId="913c2858-fb97-4c6e-a42c-b1f1a16b225e" providerId="ADAL" clId="{C3D385BC-1153-40C2-8233-CD4EC7C1BF76}" dt="2023-09-19T07:46:40.653" v="2819" actId="478"/>
          <ac:spMkLst>
            <pc:docMk/>
            <pc:sldMk cId="4043838415" sldId="294"/>
            <ac:spMk id="6" creationId="{F4E3E381-7B5E-2148-DAED-537757486458}"/>
          </ac:spMkLst>
        </pc:spChg>
      </pc:sld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7:36:37.972" v="655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  <pc:spChg chg="mod">
          <ac:chgData name="Dragan Javorac" userId="913c2858-fb97-4c6e-a42c-b1f1a16b225e" providerId="ADAL" clId="{9F4756D4-19AA-4BFB-812C-6BAA87C5B402}" dt="2023-09-07T07:32:15.227" v="217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2:51.306" v="316" actId="20577"/>
          <ac:spMkLst>
            <pc:docMk/>
            <pc:sldMk cId="3300743470" sldId="257"/>
            <ac:spMk id="3" creationId="{73F8797C-A226-7836-7AC1-7E1ADAA37B9C}"/>
          </ac:spMkLst>
        </pc:spChg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  <pc:spChg chg="mod">
          <ac:chgData name="Dragan Javorac" userId="913c2858-fb97-4c6e-a42c-b1f1a16b225e" providerId="ADAL" clId="{9F4756D4-19AA-4BFB-812C-6BAA87C5B402}" dt="2023-09-07T07:31:39.338" v="205" actId="20577"/>
          <ac:spMkLst>
            <pc:docMk/>
            <pc:sldMk cId="3583996413" sldId="265"/>
            <ac:spMk id="3" creationId="{73F8797C-A226-7836-7AC1-7E1ADAA37B9C}"/>
          </ac:spMkLst>
        </pc:spChg>
        <pc:picChg chg="del">
          <ac:chgData name="Dragan Javorac" userId="913c2858-fb97-4c6e-a42c-b1f1a16b225e" providerId="ADAL" clId="{9F4756D4-19AA-4BFB-812C-6BAA87C5B402}" dt="2023-09-07T07:31:21.929" v="158" actId="478"/>
          <ac:picMkLst>
            <pc:docMk/>
            <pc:sldMk cId="3583996413" sldId="265"/>
            <ac:picMk id="5" creationId="{32EB4921-4F2D-730E-D843-06DC4C5254EB}"/>
          </ac:picMkLst>
        </pc:picChg>
        <pc:picChg chg="add mod">
          <ac:chgData name="Dragan Javorac" userId="913c2858-fb97-4c6e-a42c-b1f1a16b225e" providerId="ADAL" clId="{9F4756D4-19AA-4BFB-812C-6BAA87C5B402}" dt="2023-09-07T07:31:27.449" v="160" actId="1076"/>
          <ac:picMkLst>
            <pc:docMk/>
            <pc:sldMk cId="3583996413" sldId="265"/>
            <ac:picMk id="6" creationId="{5293A52C-F7B7-41FA-B5F5-CEEE4A361FAD}"/>
          </ac:picMkLst>
        </pc:picChg>
        <pc:picChg chg="del">
          <ac:chgData name="Dragan Javorac" userId="913c2858-fb97-4c6e-a42c-b1f1a16b225e" providerId="ADAL" clId="{9F4756D4-19AA-4BFB-812C-6BAA87C5B402}" dt="2023-09-07T07:31:19.119" v="155" actId="478"/>
          <ac:picMkLst>
            <pc:docMk/>
            <pc:sldMk cId="3583996413" sldId="265"/>
            <ac:picMk id="11" creationId="{FB6DE54F-B5DD-24F2-C46D-1123F5004511}"/>
          </ac:picMkLst>
        </pc:picChg>
      </pc:sldChg>
      <pc:sldChg chg="modSp mod">
        <pc:chgData name="Dragan Javorac" userId="913c2858-fb97-4c6e-a42c-b1f1a16b225e" providerId="ADAL" clId="{9F4756D4-19AA-4BFB-812C-6BAA87C5B402}" dt="2023-09-07T07:36:28.482" v="654" actId="14100"/>
        <pc:sldMkLst>
          <pc:docMk/>
          <pc:sldMk cId="1648467783" sldId="266"/>
        </pc:sldMkLst>
        <pc:spChg chg="mod">
          <ac:chgData name="Dragan Javorac" userId="913c2858-fb97-4c6e-a42c-b1f1a16b225e" providerId="ADAL" clId="{9F4756D4-19AA-4BFB-812C-6BAA87C5B402}" dt="2023-09-07T07:36:28.482" v="654" actId="14100"/>
          <ac:spMkLst>
            <pc:docMk/>
            <pc:sldMk cId="1648467783" sldId="266"/>
            <ac:spMk id="3" creationId="{73F8797C-A226-7836-7AC1-7E1ADAA37B9C}"/>
          </ac:spMkLst>
        </pc:spChg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  <pc:spChg chg="mod">
          <ac:chgData name="Dragan Javorac" userId="913c2858-fb97-4c6e-a42c-b1f1a16b225e" providerId="ADAL" clId="{9F4756D4-19AA-4BFB-812C-6BAA87C5B402}" dt="2023-09-07T07:26:26.904" v="2" actId="6549"/>
          <ac:spMkLst>
            <pc:docMk/>
            <pc:sldMk cId="2071724299" sldId="267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  <pc:spChg chg="mod">
          <ac:chgData name="Dragan Javorac" userId="913c2858-fb97-4c6e-a42c-b1f1a16b225e" providerId="ADAL" clId="{9F4756D4-19AA-4BFB-812C-6BAA87C5B402}" dt="2023-09-07T07:27:00.144" v="44" actId="5793"/>
          <ac:spMkLst>
            <pc:docMk/>
            <pc:sldMk cId="1545876471" sldId="268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27:17.828" v="65" actId="1076"/>
          <ac:spMkLst>
            <pc:docMk/>
            <pc:sldMk cId="1545876471" sldId="268"/>
            <ac:spMk id="4" creationId="{795601A2-0D77-B98D-4638-ADEF5D095BE3}"/>
          </ac:spMkLst>
        </pc:spChg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  <pc:spChg chg="mod">
          <ac:chgData name="Dragan Javorac" userId="913c2858-fb97-4c6e-a42c-b1f1a16b225e" providerId="ADAL" clId="{9F4756D4-19AA-4BFB-812C-6BAA87C5B402}" dt="2023-09-07T07:27:31.423" v="66" actId="20577"/>
          <ac:spMkLst>
            <pc:docMk/>
            <pc:sldMk cId="275344560" sldId="269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  <pc:spChg chg="add mod">
          <ac:chgData name="Dragan Javorac" userId="913c2858-fb97-4c6e-a42c-b1f1a16b225e" providerId="ADAL" clId="{9F4756D4-19AA-4BFB-812C-6BAA87C5B402}" dt="2023-09-07T07:28:20.732" v="140" actId="1076"/>
          <ac:spMkLst>
            <pc:docMk/>
            <pc:sldMk cId="1812396322" sldId="271"/>
            <ac:spMk id="4" creationId="{D87069FF-53F0-5507-5525-16A8BBF05A3D}"/>
          </ac:spMkLst>
        </pc:spChg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  <pc:spChg chg="mod">
          <ac:chgData name="Dragan Javorac" userId="913c2858-fb97-4c6e-a42c-b1f1a16b225e" providerId="ADAL" clId="{9F4756D4-19AA-4BFB-812C-6BAA87C5B402}" dt="2023-09-07T07:36:37.972" v="655" actId="20577"/>
          <ac:spMkLst>
            <pc:docMk/>
            <pc:sldMk cId="2371956023" sldId="273"/>
            <ac:spMk id="3" creationId="{73F8797C-A226-7836-7AC1-7E1ADAA37B9C}"/>
          </ac:spMkLst>
        </pc:spChg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mod">
        <pc:chgData name="Dragan Javorac" userId="913c2858-fb97-4c6e-a42c-b1f1a16b225e" providerId="ADAL" clId="{9F4756D4-19AA-4BFB-812C-6BAA87C5B402}" dt="2023-09-07T07:36:24.812" v="653" actId="14100"/>
        <pc:sldMkLst>
          <pc:docMk/>
          <pc:sldMk cId="879271340" sldId="275"/>
        </pc:sldMkLst>
        <pc:spChg chg="mod">
          <ac:chgData name="Dragan Javorac" userId="913c2858-fb97-4c6e-a42c-b1f1a16b225e" providerId="ADAL" clId="{9F4756D4-19AA-4BFB-812C-6BAA87C5B402}" dt="2023-09-07T07:33:18.066" v="342" actId="20577"/>
          <ac:spMkLst>
            <pc:docMk/>
            <pc:sldMk cId="879271340" sldId="275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6:24.812" v="653" actId="14100"/>
          <ac:spMkLst>
            <pc:docMk/>
            <pc:sldMk cId="879271340" sldId="275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36:17.432" v="651" actId="20577"/>
          <ac:spMkLst>
            <pc:docMk/>
            <pc:sldMk cId="879271340" sldId="275"/>
            <ac:spMk id="8" creationId="{02EED54A-93A3-93F0-94A0-17739A535C05}"/>
          </ac:spMkLst>
        </pc:spChg>
        <pc:picChg chg="add mod modCrop">
          <ac:chgData name="Dragan Javorac" userId="913c2858-fb97-4c6e-a42c-b1f1a16b225e" providerId="ADAL" clId="{9F4756D4-19AA-4BFB-812C-6BAA87C5B402}" dt="2023-09-07T07:35:18.203" v="541" actId="1076"/>
          <ac:picMkLst>
            <pc:docMk/>
            <pc:sldMk cId="879271340" sldId="275"/>
            <ac:picMk id="5" creationId="{23470AEA-8295-EA0C-2E52-70FFB943D9DE}"/>
          </ac:picMkLst>
        </pc:picChg>
        <pc:picChg chg="add mod">
          <ac:chgData name="Dragan Javorac" userId="913c2858-fb97-4c6e-a42c-b1f1a16b225e" providerId="ADAL" clId="{9F4756D4-19AA-4BFB-812C-6BAA87C5B402}" dt="2023-09-07T07:35:16.647" v="540" actId="1076"/>
          <ac:picMkLst>
            <pc:docMk/>
            <pc:sldMk cId="879271340" sldId="275"/>
            <ac:picMk id="7" creationId="{1C321972-FFA7-DBEB-CCE3-9117C74FD4E4}"/>
          </ac:picMkLst>
        </pc:picChg>
      </pc:sldChg>
    </pc:docChg>
  </pc:docChgLst>
  <pc:docChgLst>
    <pc:chgData name="Dragan Javorac" userId="913c2858-fb97-4c6e-a42c-b1f1a16b225e" providerId="ADAL" clId="{A66CE524-1513-4CCF-AE3A-99864E3D643E}"/>
    <pc:docChg chg="undo custSel addSld delSld modSld">
      <pc:chgData name="Dragan Javorac" userId="913c2858-fb97-4c6e-a42c-b1f1a16b225e" providerId="ADAL" clId="{A66CE524-1513-4CCF-AE3A-99864E3D643E}" dt="2023-10-09T14:42:42.666" v="757" actId="20577"/>
      <pc:docMkLst>
        <pc:docMk/>
      </pc:docMkLst>
      <pc:sldChg chg="addSp delSp modSp mod">
        <pc:chgData name="Dragan Javorac" userId="913c2858-fb97-4c6e-a42c-b1f1a16b225e" providerId="ADAL" clId="{A66CE524-1513-4CCF-AE3A-99864E3D643E}" dt="2023-10-09T14:38:44.090" v="477" actId="1076"/>
        <pc:sldMkLst>
          <pc:docMk/>
          <pc:sldMk cId="3209220919" sldId="293"/>
        </pc:sldMkLst>
        <pc:spChg chg="mod">
          <ac:chgData name="Dragan Javorac" userId="913c2858-fb97-4c6e-a42c-b1f1a16b225e" providerId="ADAL" clId="{A66CE524-1513-4CCF-AE3A-99864E3D643E}" dt="2023-10-09T14:38:02.852" v="473" actId="6549"/>
          <ac:spMkLst>
            <pc:docMk/>
            <pc:sldMk cId="3209220919" sldId="293"/>
            <ac:spMk id="3" creationId="{73F8797C-A226-7836-7AC1-7E1ADAA37B9C}"/>
          </ac:spMkLst>
        </pc:spChg>
        <pc:picChg chg="del mod">
          <ac:chgData name="Dragan Javorac" userId="913c2858-fb97-4c6e-a42c-b1f1a16b225e" providerId="ADAL" clId="{A66CE524-1513-4CCF-AE3A-99864E3D643E}" dt="2023-10-09T14:37:59.981" v="471" actId="478"/>
          <ac:picMkLst>
            <pc:docMk/>
            <pc:sldMk cId="3209220919" sldId="293"/>
            <ac:picMk id="5" creationId="{78316AC2-DDA5-8938-9178-C901E710BFFF}"/>
          </ac:picMkLst>
        </pc:picChg>
        <pc:picChg chg="add mod">
          <ac:chgData name="Dragan Javorac" userId="913c2858-fb97-4c6e-a42c-b1f1a16b225e" providerId="ADAL" clId="{A66CE524-1513-4CCF-AE3A-99864E3D643E}" dt="2023-10-09T14:38:44.090" v="477" actId="1076"/>
          <ac:picMkLst>
            <pc:docMk/>
            <pc:sldMk cId="3209220919" sldId="293"/>
            <ac:picMk id="6" creationId="{31973E32-B13D-29B6-7D71-00C076F95745}"/>
          </ac:picMkLst>
        </pc:picChg>
      </pc:sldChg>
      <pc:sldChg chg="addSp delSp modSp mod">
        <pc:chgData name="Dragan Javorac" userId="913c2858-fb97-4c6e-a42c-b1f1a16b225e" providerId="ADAL" clId="{A66CE524-1513-4CCF-AE3A-99864E3D643E}" dt="2023-10-09T14:23:53.861" v="134" actId="5793"/>
        <pc:sldMkLst>
          <pc:docMk/>
          <pc:sldMk cId="853319877" sldId="294"/>
        </pc:sldMkLst>
        <pc:spChg chg="mod">
          <ac:chgData name="Dragan Javorac" userId="913c2858-fb97-4c6e-a42c-b1f1a16b225e" providerId="ADAL" clId="{A66CE524-1513-4CCF-AE3A-99864E3D643E}" dt="2023-10-09T14:23:29.025" v="31" actId="20577"/>
          <ac:spMkLst>
            <pc:docMk/>
            <pc:sldMk cId="853319877" sldId="294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23:53.861" v="134" actId="5793"/>
          <ac:spMkLst>
            <pc:docMk/>
            <pc:sldMk cId="853319877" sldId="294"/>
            <ac:spMk id="3" creationId="{73F8797C-A226-7836-7AC1-7E1ADAA37B9C}"/>
          </ac:spMkLst>
        </pc:spChg>
        <pc:spChg chg="add mod">
          <ac:chgData name="Dragan Javorac" userId="913c2858-fb97-4c6e-a42c-b1f1a16b225e" providerId="ADAL" clId="{A66CE524-1513-4CCF-AE3A-99864E3D643E}" dt="2023-10-09T14:22:53.417" v="13" actId="14100"/>
          <ac:spMkLst>
            <pc:docMk/>
            <pc:sldMk cId="853319877" sldId="294"/>
            <ac:spMk id="4" creationId="{50A463E2-C440-479B-8D1B-DC466823FE98}"/>
          </ac:spMkLst>
        </pc:spChg>
        <pc:picChg chg="del">
          <ac:chgData name="Dragan Javorac" userId="913c2858-fb97-4c6e-a42c-b1f1a16b225e" providerId="ADAL" clId="{A66CE524-1513-4CCF-AE3A-99864E3D643E}" dt="2023-10-09T14:22:12.625" v="9" actId="478"/>
          <ac:picMkLst>
            <pc:docMk/>
            <pc:sldMk cId="853319877" sldId="294"/>
            <ac:picMk id="5" creationId="{5AC664ED-3604-F4DF-D352-F091BB8313A8}"/>
          </ac:picMkLst>
        </pc:picChg>
        <pc:picChg chg="del">
          <ac:chgData name="Dragan Javorac" userId="913c2858-fb97-4c6e-a42c-b1f1a16b225e" providerId="ADAL" clId="{A66CE524-1513-4CCF-AE3A-99864E3D643E}" dt="2023-10-09T14:22:13.083" v="10" actId="478"/>
          <ac:picMkLst>
            <pc:docMk/>
            <pc:sldMk cId="853319877" sldId="294"/>
            <ac:picMk id="7" creationId="{CF9336B4-887C-950D-D687-7F681B994712}"/>
          </ac:picMkLst>
        </pc:picChg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3237422592" sldId="295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2542305982" sldId="296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4140789780" sldId="297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891455290" sldId="298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1439648077" sldId="299"/>
        </pc:sldMkLst>
      </pc:sldChg>
      <pc:sldChg chg="delSp modSp add mod">
        <pc:chgData name="Dragan Javorac" userId="913c2858-fb97-4c6e-a42c-b1f1a16b225e" providerId="ADAL" clId="{A66CE524-1513-4CCF-AE3A-99864E3D643E}" dt="2023-10-09T14:24:13.167" v="204" actId="478"/>
        <pc:sldMkLst>
          <pc:docMk/>
          <pc:sldMk cId="1615776339" sldId="300"/>
        </pc:sldMkLst>
        <pc:spChg chg="mod">
          <ac:chgData name="Dragan Javorac" userId="913c2858-fb97-4c6e-a42c-b1f1a16b225e" providerId="ADAL" clId="{A66CE524-1513-4CCF-AE3A-99864E3D643E}" dt="2023-10-09T14:24:00.449" v="148" actId="20577"/>
          <ac:spMkLst>
            <pc:docMk/>
            <pc:sldMk cId="1615776339" sldId="300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24:11.015" v="203" actId="20577"/>
          <ac:spMkLst>
            <pc:docMk/>
            <pc:sldMk cId="1615776339" sldId="300"/>
            <ac:spMk id="3" creationId="{73F8797C-A226-7836-7AC1-7E1ADAA37B9C}"/>
          </ac:spMkLst>
        </pc:spChg>
        <pc:spChg chg="del">
          <ac:chgData name="Dragan Javorac" userId="913c2858-fb97-4c6e-a42c-b1f1a16b225e" providerId="ADAL" clId="{A66CE524-1513-4CCF-AE3A-99864E3D643E}" dt="2023-10-09T14:24:13.167" v="204" actId="478"/>
          <ac:spMkLst>
            <pc:docMk/>
            <pc:sldMk cId="1615776339" sldId="300"/>
            <ac:spMk id="4" creationId="{50A463E2-C440-479B-8D1B-DC466823FE98}"/>
          </ac:spMkLst>
        </pc:spChg>
      </pc:sldChg>
      <pc:sldChg chg="addSp delSp modSp add mod">
        <pc:chgData name="Dragan Javorac" userId="913c2858-fb97-4c6e-a42c-b1f1a16b225e" providerId="ADAL" clId="{A66CE524-1513-4CCF-AE3A-99864E3D643E}" dt="2023-10-09T14:41:36.031" v="600" actId="20577"/>
        <pc:sldMkLst>
          <pc:docMk/>
          <pc:sldMk cId="2740964328" sldId="301"/>
        </pc:sldMkLst>
        <pc:spChg chg="mod">
          <ac:chgData name="Dragan Javorac" userId="913c2858-fb97-4c6e-a42c-b1f1a16b225e" providerId="ADAL" clId="{A66CE524-1513-4CCF-AE3A-99864E3D643E}" dt="2023-10-09T14:40:30.707" v="530" actId="20577"/>
          <ac:spMkLst>
            <pc:docMk/>
            <pc:sldMk cId="2740964328" sldId="301"/>
            <ac:spMk id="3" creationId="{73F8797C-A226-7836-7AC1-7E1ADAA37B9C}"/>
          </ac:spMkLst>
        </pc:spChg>
        <pc:spChg chg="add mod">
          <ac:chgData name="Dragan Javorac" userId="913c2858-fb97-4c6e-a42c-b1f1a16b225e" providerId="ADAL" clId="{A66CE524-1513-4CCF-AE3A-99864E3D643E}" dt="2023-10-09T14:40:39.525" v="534" actId="14100"/>
          <ac:spMkLst>
            <pc:docMk/>
            <pc:sldMk cId="2740964328" sldId="301"/>
            <ac:spMk id="6" creationId="{F58B0014-006A-1597-C7D0-31A45C79970E}"/>
          </ac:spMkLst>
        </pc:spChg>
        <pc:spChg chg="add mod">
          <ac:chgData name="Dragan Javorac" userId="913c2858-fb97-4c6e-a42c-b1f1a16b225e" providerId="ADAL" clId="{A66CE524-1513-4CCF-AE3A-99864E3D643E}" dt="2023-10-09T14:41:36.031" v="600" actId="20577"/>
          <ac:spMkLst>
            <pc:docMk/>
            <pc:sldMk cId="2740964328" sldId="301"/>
            <ac:spMk id="7" creationId="{B3DC0FCE-5C8E-B6A6-D8DA-7F847E70363C}"/>
          </ac:spMkLst>
        </pc:spChg>
        <pc:picChg chg="add del mod">
          <ac:chgData name="Dragan Javorac" userId="913c2858-fb97-4c6e-a42c-b1f1a16b225e" providerId="ADAL" clId="{A66CE524-1513-4CCF-AE3A-99864E3D643E}" dt="2023-10-09T14:40:15.870" v="520" actId="478"/>
          <ac:picMkLst>
            <pc:docMk/>
            <pc:sldMk cId="2740964328" sldId="301"/>
            <ac:picMk id="5" creationId="{0058BB33-7B7E-B8F5-92F7-26804E5E19AE}"/>
          </ac:picMkLst>
        </pc:picChg>
        <pc:picChg chg="add mod ord">
          <ac:chgData name="Dragan Javorac" userId="913c2858-fb97-4c6e-a42c-b1f1a16b225e" providerId="ADAL" clId="{A66CE524-1513-4CCF-AE3A-99864E3D643E}" dt="2023-10-09T14:40:35.454" v="532" actId="14100"/>
          <ac:picMkLst>
            <pc:docMk/>
            <pc:sldMk cId="2740964328" sldId="301"/>
            <ac:picMk id="9" creationId="{651692CE-16FD-C4FD-28A6-BEE117B8835E}"/>
          </ac:picMkLst>
        </pc:picChg>
      </pc:sldChg>
      <pc:sldChg chg="addSp modSp add mod">
        <pc:chgData name="Dragan Javorac" userId="913c2858-fb97-4c6e-a42c-b1f1a16b225e" providerId="ADAL" clId="{A66CE524-1513-4CCF-AE3A-99864E3D643E}" dt="2023-10-09T14:29:53.124" v="364" actId="1076"/>
        <pc:sldMkLst>
          <pc:docMk/>
          <pc:sldMk cId="511261774" sldId="302"/>
        </pc:sldMkLst>
        <pc:spChg chg="mod">
          <ac:chgData name="Dragan Javorac" userId="913c2858-fb97-4c6e-a42c-b1f1a16b225e" providerId="ADAL" clId="{A66CE524-1513-4CCF-AE3A-99864E3D643E}" dt="2023-10-09T14:27:57.598" v="226" actId="20577"/>
          <ac:spMkLst>
            <pc:docMk/>
            <pc:sldMk cId="511261774" sldId="302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28:34.550" v="358" actId="20577"/>
          <ac:spMkLst>
            <pc:docMk/>
            <pc:sldMk cId="511261774" sldId="302"/>
            <ac:spMk id="3" creationId="{73F8797C-A226-7836-7AC1-7E1ADAA37B9C}"/>
          </ac:spMkLst>
        </pc:spChg>
        <pc:picChg chg="add mod modCrop">
          <ac:chgData name="Dragan Javorac" userId="913c2858-fb97-4c6e-a42c-b1f1a16b225e" providerId="ADAL" clId="{A66CE524-1513-4CCF-AE3A-99864E3D643E}" dt="2023-10-09T14:29:53.124" v="364" actId="1076"/>
          <ac:picMkLst>
            <pc:docMk/>
            <pc:sldMk cId="511261774" sldId="302"/>
            <ac:picMk id="5" creationId="{6819BEE0-4A0F-1C90-3D50-181B489F8475}"/>
          </ac:picMkLst>
        </pc:picChg>
      </pc:sldChg>
      <pc:sldChg chg="addSp delSp modSp add mod">
        <pc:chgData name="Dragan Javorac" userId="913c2858-fb97-4c6e-a42c-b1f1a16b225e" providerId="ADAL" clId="{A66CE524-1513-4CCF-AE3A-99864E3D643E}" dt="2023-10-09T14:37:19.384" v="460" actId="1076"/>
        <pc:sldMkLst>
          <pc:docMk/>
          <pc:sldMk cId="3592422952" sldId="303"/>
        </pc:sldMkLst>
        <pc:spChg chg="mod">
          <ac:chgData name="Dragan Javorac" userId="913c2858-fb97-4c6e-a42c-b1f1a16b225e" providerId="ADAL" clId="{A66CE524-1513-4CCF-AE3A-99864E3D643E}" dt="2023-10-09T14:35:55.557" v="377" actId="20577"/>
          <ac:spMkLst>
            <pc:docMk/>
            <pc:sldMk cId="3592422952" sldId="303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37:03.236" v="454" actId="14100"/>
          <ac:spMkLst>
            <pc:docMk/>
            <pc:sldMk cId="3592422952" sldId="303"/>
            <ac:spMk id="3" creationId="{73F8797C-A226-7836-7AC1-7E1ADAA37B9C}"/>
          </ac:spMkLst>
        </pc:spChg>
        <pc:picChg chg="del">
          <ac:chgData name="Dragan Javorac" userId="913c2858-fb97-4c6e-a42c-b1f1a16b225e" providerId="ADAL" clId="{A66CE524-1513-4CCF-AE3A-99864E3D643E}" dt="2023-10-09T14:35:57.192" v="378" actId="478"/>
          <ac:picMkLst>
            <pc:docMk/>
            <pc:sldMk cId="3592422952" sldId="303"/>
            <ac:picMk id="5" creationId="{6819BEE0-4A0F-1C90-3D50-181B489F8475}"/>
          </ac:picMkLst>
        </pc:picChg>
        <pc:picChg chg="add mod modCrop">
          <ac:chgData name="Dragan Javorac" userId="913c2858-fb97-4c6e-a42c-b1f1a16b225e" providerId="ADAL" clId="{A66CE524-1513-4CCF-AE3A-99864E3D643E}" dt="2023-10-09T14:37:19.384" v="460" actId="1076"/>
          <ac:picMkLst>
            <pc:docMk/>
            <pc:sldMk cId="3592422952" sldId="303"/>
            <ac:picMk id="6" creationId="{DF1428F7-E341-22EC-0FFC-CAD57AE9C9CF}"/>
          </ac:picMkLst>
        </pc:picChg>
        <pc:picChg chg="add mod">
          <ac:chgData name="Dragan Javorac" userId="913c2858-fb97-4c6e-a42c-b1f1a16b225e" providerId="ADAL" clId="{A66CE524-1513-4CCF-AE3A-99864E3D643E}" dt="2023-10-09T14:37:10.744" v="458" actId="1076"/>
          <ac:picMkLst>
            <pc:docMk/>
            <pc:sldMk cId="3592422952" sldId="303"/>
            <ac:picMk id="8" creationId="{1526B08D-53B7-899F-4C61-86A7C3A656CE}"/>
          </ac:picMkLst>
        </pc:picChg>
        <pc:picChg chg="add del mod">
          <ac:chgData name="Dragan Javorac" userId="913c2858-fb97-4c6e-a42c-b1f1a16b225e" providerId="ADAL" clId="{A66CE524-1513-4CCF-AE3A-99864E3D643E}" dt="2023-10-09T14:36:46.487" v="441" actId="478"/>
          <ac:picMkLst>
            <pc:docMk/>
            <pc:sldMk cId="3592422952" sldId="303"/>
            <ac:picMk id="10" creationId="{C6387731-886B-C964-4899-3F97B2DB0D27}"/>
          </ac:picMkLst>
        </pc:picChg>
        <pc:picChg chg="add del">
          <ac:chgData name="Dragan Javorac" userId="913c2858-fb97-4c6e-a42c-b1f1a16b225e" providerId="ADAL" clId="{A66CE524-1513-4CCF-AE3A-99864E3D643E}" dt="2023-10-09T14:36:45.523" v="440" actId="478"/>
          <ac:picMkLst>
            <pc:docMk/>
            <pc:sldMk cId="3592422952" sldId="303"/>
            <ac:picMk id="12" creationId="{3C28BAB1-6AB5-BD16-2E92-FA49C3908836}"/>
          </ac:picMkLst>
        </pc:picChg>
        <pc:picChg chg="add mod">
          <ac:chgData name="Dragan Javorac" userId="913c2858-fb97-4c6e-a42c-b1f1a16b225e" providerId="ADAL" clId="{A66CE524-1513-4CCF-AE3A-99864E3D643E}" dt="2023-10-09T14:37:08.964" v="457" actId="1076"/>
          <ac:picMkLst>
            <pc:docMk/>
            <pc:sldMk cId="3592422952" sldId="303"/>
            <ac:picMk id="14" creationId="{274B8ED7-C065-E8E2-76C4-71B39EF0079A}"/>
          </ac:picMkLst>
        </pc:picChg>
      </pc:sldChg>
      <pc:sldChg chg="delSp modSp add mod">
        <pc:chgData name="Dragan Javorac" userId="913c2858-fb97-4c6e-a42c-b1f1a16b225e" providerId="ADAL" clId="{A66CE524-1513-4CCF-AE3A-99864E3D643E}" dt="2023-10-09T14:36:43.420" v="439" actId="14100"/>
        <pc:sldMkLst>
          <pc:docMk/>
          <pc:sldMk cId="1827646002" sldId="304"/>
        </pc:sldMkLst>
        <pc:spChg chg="mod">
          <ac:chgData name="Dragan Javorac" userId="913c2858-fb97-4c6e-a42c-b1f1a16b225e" providerId="ADAL" clId="{A66CE524-1513-4CCF-AE3A-99864E3D643E}" dt="2023-10-09T14:36:34.992" v="434" actId="20577"/>
          <ac:spMkLst>
            <pc:docMk/>
            <pc:sldMk cId="1827646002" sldId="304"/>
            <ac:spMk id="3" creationId="{73F8797C-A226-7836-7AC1-7E1ADAA37B9C}"/>
          </ac:spMkLst>
        </pc:spChg>
        <pc:picChg chg="del">
          <ac:chgData name="Dragan Javorac" userId="913c2858-fb97-4c6e-a42c-b1f1a16b225e" providerId="ADAL" clId="{A66CE524-1513-4CCF-AE3A-99864E3D643E}" dt="2023-10-09T14:36:26.687" v="421" actId="478"/>
          <ac:picMkLst>
            <pc:docMk/>
            <pc:sldMk cId="1827646002" sldId="304"/>
            <ac:picMk id="6" creationId="{DF1428F7-E341-22EC-0FFC-CAD57AE9C9CF}"/>
          </ac:picMkLst>
        </pc:picChg>
        <pc:picChg chg="del">
          <ac:chgData name="Dragan Javorac" userId="913c2858-fb97-4c6e-a42c-b1f1a16b225e" providerId="ADAL" clId="{A66CE524-1513-4CCF-AE3A-99864E3D643E}" dt="2023-10-09T14:36:28.759" v="422" actId="478"/>
          <ac:picMkLst>
            <pc:docMk/>
            <pc:sldMk cId="1827646002" sldId="304"/>
            <ac:picMk id="8" creationId="{1526B08D-53B7-899F-4C61-86A7C3A656CE}"/>
          </ac:picMkLst>
        </pc:picChg>
        <pc:picChg chg="mod">
          <ac:chgData name="Dragan Javorac" userId="913c2858-fb97-4c6e-a42c-b1f1a16b225e" providerId="ADAL" clId="{A66CE524-1513-4CCF-AE3A-99864E3D643E}" dt="2023-10-09T14:36:38.320" v="436" actId="14100"/>
          <ac:picMkLst>
            <pc:docMk/>
            <pc:sldMk cId="1827646002" sldId="304"/>
            <ac:picMk id="10" creationId="{C6387731-886B-C964-4899-3F97B2DB0D27}"/>
          </ac:picMkLst>
        </pc:picChg>
        <pc:picChg chg="mod">
          <ac:chgData name="Dragan Javorac" userId="913c2858-fb97-4c6e-a42c-b1f1a16b225e" providerId="ADAL" clId="{A66CE524-1513-4CCF-AE3A-99864E3D643E}" dt="2023-10-09T14:36:43.420" v="439" actId="14100"/>
          <ac:picMkLst>
            <pc:docMk/>
            <pc:sldMk cId="1827646002" sldId="304"/>
            <ac:picMk id="12" creationId="{3C28BAB1-6AB5-BD16-2E92-FA49C3908836}"/>
          </ac:picMkLst>
        </pc:picChg>
        <pc:picChg chg="del">
          <ac:chgData name="Dragan Javorac" userId="913c2858-fb97-4c6e-a42c-b1f1a16b225e" providerId="ADAL" clId="{A66CE524-1513-4CCF-AE3A-99864E3D643E}" dt="2023-10-09T14:36:30.271" v="423" actId="478"/>
          <ac:picMkLst>
            <pc:docMk/>
            <pc:sldMk cId="1827646002" sldId="304"/>
            <ac:picMk id="14" creationId="{274B8ED7-C065-E8E2-76C4-71B39EF0079A}"/>
          </ac:picMkLst>
        </pc:picChg>
      </pc:sldChg>
      <pc:sldChg chg="addSp delSp modSp add mod">
        <pc:chgData name="Dragan Javorac" userId="913c2858-fb97-4c6e-a42c-b1f1a16b225e" providerId="ADAL" clId="{A66CE524-1513-4CCF-AE3A-99864E3D643E}" dt="2023-10-09T14:42:42.666" v="757" actId="20577"/>
        <pc:sldMkLst>
          <pc:docMk/>
          <pc:sldMk cId="3177317804" sldId="305"/>
        </pc:sldMkLst>
        <pc:spChg chg="mod">
          <ac:chgData name="Dragan Javorac" userId="913c2858-fb97-4c6e-a42c-b1f1a16b225e" providerId="ADAL" clId="{A66CE524-1513-4CCF-AE3A-99864E3D643E}" dt="2023-10-09T14:42:42.666" v="757" actId="20577"/>
          <ac:spMkLst>
            <pc:docMk/>
            <pc:sldMk cId="3177317804" sldId="305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42:37.196" v="745" actId="20577"/>
          <ac:spMkLst>
            <pc:docMk/>
            <pc:sldMk cId="3177317804" sldId="305"/>
            <ac:spMk id="3" creationId="{73F8797C-A226-7836-7AC1-7E1ADAA37B9C}"/>
          </ac:spMkLst>
        </pc:spChg>
        <pc:spChg chg="del">
          <ac:chgData name="Dragan Javorac" userId="913c2858-fb97-4c6e-a42c-b1f1a16b225e" providerId="ADAL" clId="{A66CE524-1513-4CCF-AE3A-99864E3D643E}" dt="2023-10-09T14:41:46.133" v="604" actId="478"/>
          <ac:spMkLst>
            <pc:docMk/>
            <pc:sldMk cId="3177317804" sldId="305"/>
            <ac:spMk id="6" creationId="{F58B0014-006A-1597-C7D0-31A45C79970E}"/>
          </ac:spMkLst>
        </pc:spChg>
        <pc:spChg chg="del mod">
          <ac:chgData name="Dragan Javorac" userId="913c2858-fb97-4c6e-a42c-b1f1a16b225e" providerId="ADAL" clId="{A66CE524-1513-4CCF-AE3A-99864E3D643E}" dt="2023-10-09T14:41:44.597" v="603" actId="478"/>
          <ac:spMkLst>
            <pc:docMk/>
            <pc:sldMk cId="3177317804" sldId="305"/>
            <ac:spMk id="7" creationId="{B3DC0FCE-5C8E-B6A6-D8DA-7F847E70363C}"/>
          </ac:spMkLst>
        </pc:spChg>
        <pc:picChg chg="add mod ord">
          <ac:chgData name="Dragan Javorac" userId="913c2858-fb97-4c6e-a42c-b1f1a16b225e" providerId="ADAL" clId="{A66CE524-1513-4CCF-AE3A-99864E3D643E}" dt="2023-10-09T14:41:40.176" v="601" actId="167"/>
          <ac:picMkLst>
            <pc:docMk/>
            <pc:sldMk cId="3177317804" sldId="305"/>
            <ac:picMk id="5" creationId="{7FC3B73C-2FE7-03C9-41E6-7463CC3C916F}"/>
          </ac:picMkLst>
        </pc:picChg>
        <pc:picChg chg="del">
          <ac:chgData name="Dragan Javorac" userId="913c2858-fb97-4c6e-a42c-b1f1a16b225e" providerId="ADAL" clId="{A66CE524-1513-4CCF-AE3A-99864E3D643E}" dt="2023-10-09T14:41:21.047" v="568" actId="478"/>
          <ac:picMkLst>
            <pc:docMk/>
            <pc:sldMk cId="3177317804" sldId="305"/>
            <ac:picMk id="9" creationId="{651692CE-16FD-C4FD-28A6-BEE117B8835E}"/>
          </ac:picMkLst>
        </pc:picChg>
      </pc:sldChg>
    </pc:docChg>
  </pc:docChgLst>
  <pc:docChgLst>
    <pc:chgData name="Dragan Javorac" userId="913c2858-fb97-4c6e-a42c-b1f1a16b225e" providerId="ADAL" clId="{33466E15-08FC-466B-8230-EFF3A5FC0BB4}"/>
    <pc:docChg chg="custSel addSld delSld modSld sldOrd">
      <pc:chgData name="Dragan Javorac" userId="913c2858-fb97-4c6e-a42c-b1f1a16b225e" providerId="ADAL" clId="{33466E15-08FC-466B-8230-EFF3A5FC0BB4}" dt="2023-09-07T08:00:55.367" v="834"/>
      <pc:docMkLst>
        <pc:docMk/>
      </pc:docMkLst>
      <pc:sldChg chg="modSp mod">
        <pc:chgData name="Dragan Javorac" userId="913c2858-fb97-4c6e-a42c-b1f1a16b225e" providerId="ADAL" clId="{33466E15-08FC-466B-8230-EFF3A5FC0BB4}" dt="2023-09-07T07:49:50.925" v="5" actId="5793"/>
        <pc:sldMkLst>
          <pc:docMk/>
          <pc:sldMk cId="3811378203" sldId="256"/>
        </pc:sldMkLst>
        <pc:spChg chg="mod">
          <ac:chgData name="Dragan Javorac" userId="913c2858-fb97-4c6e-a42c-b1f1a16b225e" providerId="ADAL" clId="{33466E15-08FC-466B-8230-EFF3A5FC0BB4}" dt="2023-09-07T07:49:50.925" v="5" actId="5793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33466E15-08FC-466B-8230-EFF3A5FC0BB4}" dt="2023-09-07T07:49:56.221" v="6" actId="4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33466E15-08FC-466B-8230-EFF3A5FC0BB4}" dt="2023-09-07T07:50:52.803" v="195" actId="20577"/>
        <pc:sldMkLst>
          <pc:docMk/>
          <pc:sldMk cId="1670845898" sldId="259"/>
        </pc:sldMkLst>
        <pc:spChg chg="mod">
          <ac:chgData name="Dragan Javorac" userId="913c2858-fb97-4c6e-a42c-b1f1a16b225e" providerId="ADAL" clId="{33466E15-08FC-466B-8230-EFF3A5FC0BB4}" dt="2023-09-07T07:50:52.803" v="195" actId="20577"/>
          <ac:spMkLst>
            <pc:docMk/>
            <pc:sldMk cId="1670845898" sldId="259"/>
            <ac:spMk id="2" creationId="{59249F84-7683-7A1C-A158-E9E5BD087E59}"/>
          </ac:spMkLst>
        </pc:spChg>
      </pc:sldChg>
      <pc:sldChg chg="del">
        <pc:chgData name="Dragan Javorac" userId="913c2858-fb97-4c6e-a42c-b1f1a16b225e" providerId="ADAL" clId="{33466E15-08FC-466B-8230-EFF3A5FC0BB4}" dt="2023-09-07T07:57:59.011" v="702" actId="4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371956023" sldId="273"/>
        </pc:sldMkLst>
      </pc:sldChg>
      <pc:sldChg chg="modSp mod">
        <pc:chgData name="Dragan Javorac" userId="913c2858-fb97-4c6e-a42c-b1f1a16b225e" providerId="ADAL" clId="{33466E15-08FC-466B-8230-EFF3A5FC0BB4}" dt="2023-09-07T07:50:27.616" v="144" actId="20577"/>
        <pc:sldMkLst>
          <pc:docMk/>
          <pc:sldMk cId="2279458216" sldId="274"/>
        </pc:sldMkLst>
        <pc:spChg chg="mod">
          <ac:chgData name="Dragan Javorac" userId="913c2858-fb97-4c6e-a42c-b1f1a16b225e" providerId="ADAL" clId="{33466E15-08FC-466B-8230-EFF3A5FC0BB4}" dt="2023-09-07T07:50:04.587" v="40" actId="20577"/>
          <ac:spMkLst>
            <pc:docMk/>
            <pc:sldMk cId="2279458216" sldId="274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0:27.616" v="144" actId="20577"/>
          <ac:spMkLst>
            <pc:docMk/>
            <pc:sldMk cId="2279458216" sldId="274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33466E15-08FC-466B-8230-EFF3A5FC0BB4}" dt="2023-09-07T07:57:52.645" v="701" actId="47"/>
        <pc:sldMkLst>
          <pc:docMk/>
          <pc:sldMk cId="879271340" sldId="275"/>
        </pc:sldMkLst>
      </pc:sldChg>
      <pc:sldChg chg="addSp modSp add mod">
        <pc:chgData name="Dragan Javorac" userId="913c2858-fb97-4c6e-a42c-b1f1a16b225e" providerId="ADAL" clId="{33466E15-08FC-466B-8230-EFF3A5FC0BB4}" dt="2023-09-07T07:51:59.765" v="267" actId="14100"/>
        <pc:sldMkLst>
          <pc:docMk/>
          <pc:sldMk cId="21291384" sldId="276"/>
        </pc:sldMkLst>
        <pc:spChg chg="mod">
          <ac:chgData name="Dragan Javorac" userId="913c2858-fb97-4c6e-a42c-b1f1a16b225e" providerId="ADAL" clId="{33466E15-08FC-466B-8230-EFF3A5FC0BB4}" dt="2023-09-07T07:51:31.735" v="221" actId="20577"/>
          <ac:spMkLst>
            <pc:docMk/>
            <pc:sldMk cId="21291384" sldId="276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1:42.975" v="263" actId="20577"/>
          <ac:spMkLst>
            <pc:docMk/>
            <pc:sldMk cId="21291384" sldId="276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1:59.765" v="267" actId="14100"/>
          <ac:spMkLst>
            <pc:docMk/>
            <pc:sldMk cId="21291384" sldId="276"/>
            <ac:spMk id="6" creationId="{FFBE3694-C26D-D75D-9490-63BF5ADABEF4}"/>
          </ac:spMkLst>
        </pc:spChg>
        <pc:picChg chg="add mod">
          <ac:chgData name="Dragan Javorac" userId="913c2858-fb97-4c6e-a42c-b1f1a16b225e" providerId="ADAL" clId="{33466E15-08FC-466B-8230-EFF3A5FC0BB4}" dt="2023-09-07T07:51:45.095" v="264" actId="1076"/>
          <ac:picMkLst>
            <pc:docMk/>
            <pc:sldMk cId="21291384" sldId="276"/>
            <ac:picMk id="5" creationId="{97E562C3-BB72-4528-1F61-6B8C6D3F769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2:52.564" v="376" actId="1076"/>
        <pc:sldMkLst>
          <pc:docMk/>
          <pc:sldMk cId="1375162483" sldId="277"/>
        </pc:sldMkLst>
        <pc:spChg chg="mod">
          <ac:chgData name="Dragan Javorac" userId="913c2858-fb97-4c6e-a42c-b1f1a16b225e" providerId="ADAL" clId="{33466E15-08FC-466B-8230-EFF3A5FC0BB4}" dt="2023-09-07T07:52:49.594" v="374" actId="20577"/>
          <ac:spMkLst>
            <pc:docMk/>
            <pc:sldMk cId="1375162483" sldId="277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7:52:18.845" v="272" actId="478"/>
          <ac:spMkLst>
            <pc:docMk/>
            <pc:sldMk cId="1375162483" sldId="277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7:52:16.624" v="270" actId="478"/>
          <ac:picMkLst>
            <pc:docMk/>
            <pc:sldMk cId="1375162483" sldId="277"/>
            <ac:picMk id="5" creationId="{97E562C3-BB72-4528-1F61-6B8C6D3F7693}"/>
          </ac:picMkLst>
        </pc:picChg>
        <pc:picChg chg="add mod">
          <ac:chgData name="Dragan Javorac" userId="913c2858-fb97-4c6e-a42c-b1f1a16b225e" providerId="ADAL" clId="{33466E15-08FC-466B-8230-EFF3A5FC0BB4}" dt="2023-09-07T07:52:52.564" v="376" actId="1076"/>
          <ac:picMkLst>
            <pc:docMk/>
            <pc:sldMk cId="1375162483" sldId="277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5:19.012" v="404" actId="1076"/>
        <pc:sldMkLst>
          <pc:docMk/>
          <pc:sldMk cId="2613013851" sldId="278"/>
        </pc:sldMkLst>
        <pc:picChg chg="add mod">
          <ac:chgData name="Dragan Javorac" userId="913c2858-fb97-4c6e-a42c-b1f1a16b225e" providerId="ADAL" clId="{33466E15-08FC-466B-8230-EFF3A5FC0BB4}" dt="2023-09-07T07:55:19.012" v="404" actId="1076"/>
          <ac:picMkLst>
            <pc:docMk/>
            <pc:sldMk cId="2613013851" sldId="278"/>
            <ac:picMk id="5" creationId="{1B823E0D-8269-C2CC-97EA-11DA4183A5F5}"/>
          </ac:picMkLst>
        </pc:picChg>
        <pc:picChg chg="del mod">
          <ac:chgData name="Dragan Javorac" userId="913c2858-fb97-4c6e-a42c-b1f1a16b225e" providerId="ADAL" clId="{33466E15-08FC-466B-8230-EFF3A5FC0BB4}" dt="2023-09-07T07:55:15.962" v="401" actId="478"/>
          <ac:picMkLst>
            <pc:docMk/>
            <pc:sldMk cId="2613013851" sldId="278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3:42.933" v="391" actId="1076"/>
        <pc:sldMkLst>
          <pc:docMk/>
          <pc:sldMk cId="1160278698" sldId="279"/>
        </pc:sldMkLst>
        <pc:spChg chg="mod">
          <ac:chgData name="Dragan Javorac" userId="913c2858-fb97-4c6e-a42c-b1f1a16b225e" providerId="ADAL" clId="{33466E15-08FC-466B-8230-EFF3A5FC0BB4}" dt="2023-09-07T07:53:36.024" v="389" actId="20577"/>
          <ac:spMkLst>
            <pc:docMk/>
            <pc:sldMk cId="1160278698" sldId="279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3:41.208" v="390" actId="20577"/>
          <ac:spMkLst>
            <pc:docMk/>
            <pc:sldMk cId="1160278698" sldId="279"/>
            <ac:spMk id="3" creationId="{73F8797C-A226-7836-7AC1-7E1ADAA37B9C}"/>
          </ac:spMkLst>
        </pc:spChg>
        <pc:picChg chg="add mod">
          <ac:chgData name="Dragan Javorac" userId="913c2858-fb97-4c6e-a42c-b1f1a16b225e" providerId="ADAL" clId="{33466E15-08FC-466B-8230-EFF3A5FC0BB4}" dt="2023-09-07T07:53:42.933" v="391" actId="1076"/>
          <ac:picMkLst>
            <pc:docMk/>
            <pc:sldMk cId="1160278698" sldId="279"/>
            <ac:picMk id="5" creationId="{8B6131EC-5CCB-42AA-7579-B633F60FD7EF}"/>
          </ac:picMkLst>
        </pc:picChg>
        <pc:picChg chg="del">
          <ac:chgData name="Dragan Javorac" userId="913c2858-fb97-4c6e-a42c-b1f1a16b225e" providerId="ADAL" clId="{33466E15-08FC-466B-8230-EFF3A5FC0BB4}" dt="2023-09-07T07:53:29.323" v="379" actId="478"/>
          <ac:picMkLst>
            <pc:docMk/>
            <pc:sldMk cId="1160278698" sldId="279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6:22.971" v="559" actId="1076"/>
        <pc:sldMkLst>
          <pc:docMk/>
          <pc:sldMk cId="2970924722" sldId="280"/>
        </pc:sldMkLst>
        <pc:spChg chg="mod">
          <ac:chgData name="Dragan Javorac" userId="913c2858-fb97-4c6e-a42c-b1f1a16b225e" providerId="ADAL" clId="{33466E15-08FC-466B-8230-EFF3A5FC0BB4}" dt="2023-09-07T07:55:28.372" v="420" actId="20577"/>
          <ac:spMkLst>
            <pc:docMk/>
            <pc:sldMk cId="2970924722" sldId="280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6:18.411" v="557" actId="20577"/>
          <ac:spMkLst>
            <pc:docMk/>
            <pc:sldMk cId="2970924722" sldId="280"/>
            <ac:spMk id="3" creationId="{73F8797C-A226-7836-7AC1-7E1ADAA37B9C}"/>
          </ac:spMkLst>
        </pc:spChg>
        <pc:picChg chg="del">
          <ac:chgData name="Dragan Javorac" userId="913c2858-fb97-4c6e-a42c-b1f1a16b225e" providerId="ADAL" clId="{33466E15-08FC-466B-8230-EFF3A5FC0BB4}" dt="2023-09-07T07:54:06.143" v="394" actId="478"/>
          <ac:picMkLst>
            <pc:docMk/>
            <pc:sldMk cId="2970924722" sldId="280"/>
            <ac:picMk id="5" creationId="{8B6131EC-5CCB-42AA-7579-B633F60FD7EF}"/>
          </ac:picMkLst>
        </pc:picChg>
        <pc:picChg chg="add del">
          <ac:chgData name="Dragan Javorac" userId="913c2858-fb97-4c6e-a42c-b1f1a16b225e" providerId="ADAL" clId="{33466E15-08FC-466B-8230-EFF3A5FC0BB4}" dt="2023-09-07T07:54:45.813" v="395" actId="478"/>
          <ac:picMkLst>
            <pc:docMk/>
            <pc:sldMk cId="2970924722" sldId="280"/>
            <ac:picMk id="6" creationId="{D0901801-B727-1D02-CE09-2943B5AEC14D}"/>
          </ac:picMkLst>
        </pc:picChg>
        <pc:picChg chg="add mod">
          <ac:chgData name="Dragan Javorac" userId="913c2858-fb97-4c6e-a42c-b1f1a16b225e" providerId="ADAL" clId="{33466E15-08FC-466B-8230-EFF3A5FC0BB4}" dt="2023-09-07T07:56:22.971" v="559" actId="1076"/>
          <ac:picMkLst>
            <pc:docMk/>
            <pc:sldMk cId="2970924722" sldId="280"/>
            <ac:picMk id="8" creationId="{A46B0516-F557-F0CB-A029-DE6C477C0BB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7:49.560" v="700" actId="1076"/>
        <pc:sldMkLst>
          <pc:docMk/>
          <pc:sldMk cId="3451708679" sldId="281"/>
        </pc:sldMkLst>
        <pc:spChg chg="mod">
          <ac:chgData name="Dragan Javorac" userId="913c2858-fb97-4c6e-a42c-b1f1a16b225e" providerId="ADAL" clId="{33466E15-08FC-466B-8230-EFF3A5FC0BB4}" dt="2023-09-07T07:55:54.763" v="45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7:36.700" v="696" actId="20577"/>
          <ac:spMkLst>
            <pc:docMk/>
            <pc:sldMk cId="3451708679" sldId="281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7:49.560" v="700" actId="1076"/>
          <ac:spMkLst>
            <pc:docMk/>
            <pc:sldMk cId="3451708679" sldId="281"/>
            <ac:spMk id="6" creationId="{E6D59341-7BA6-C914-7E7A-D4EED6FA4F90}"/>
          </ac:spMkLst>
        </pc:spChg>
        <pc:picChg chg="add mod">
          <ac:chgData name="Dragan Javorac" userId="913c2858-fb97-4c6e-a42c-b1f1a16b225e" providerId="ADAL" clId="{33466E15-08FC-466B-8230-EFF3A5FC0BB4}" dt="2023-09-07T07:57:42.850" v="698" actId="1076"/>
          <ac:picMkLst>
            <pc:docMk/>
            <pc:sldMk cId="3451708679" sldId="281"/>
            <ac:picMk id="5" creationId="{637BE710-EA6B-9BBD-102C-B0705B3354BE}"/>
          </ac:picMkLst>
        </pc:picChg>
        <pc:picChg chg="del mod">
          <ac:chgData name="Dragan Javorac" userId="913c2858-fb97-4c6e-a42c-b1f1a16b225e" providerId="ADAL" clId="{33466E15-08FC-466B-8230-EFF3A5FC0BB4}" dt="2023-09-07T07:56:56.951" v="561" actId="478"/>
          <ac:picMkLst>
            <pc:docMk/>
            <pc:sldMk cId="3451708679" sldId="281"/>
            <ac:picMk id="8" creationId="{A46B0516-F557-F0CB-A029-DE6C477C0BB3}"/>
          </ac:picMkLst>
        </pc:picChg>
      </pc:sldChg>
      <pc:sldChg chg="delSp modSp add mod ord">
        <pc:chgData name="Dragan Javorac" userId="913c2858-fb97-4c6e-a42c-b1f1a16b225e" providerId="ADAL" clId="{33466E15-08FC-466B-8230-EFF3A5FC0BB4}" dt="2023-09-07T08:00:55.367" v="834"/>
        <pc:sldMkLst>
          <pc:docMk/>
          <pc:sldMk cId="763588422" sldId="282"/>
        </pc:sldMkLst>
        <pc:spChg chg="mod">
          <ac:chgData name="Dragan Javorac" userId="913c2858-fb97-4c6e-a42c-b1f1a16b225e" providerId="ADAL" clId="{33466E15-08FC-466B-8230-EFF3A5FC0BB4}" dt="2023-09-07T08:00:18.788" v="707" actId="20577"/>
          <ac:spMkLst>
            <pc:docMk/>
            <pc:sldMk cId="763588422" sldId="282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8:00:51.477" v="832" actId="20577"/>
          <ac:spMkLst>
            <pc:docMk/>
            <pc:sldMk cId="763588422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8:00:22.017" v="709" actId="478"/>
          <ac:spMkLst>
            <pc:docMk/>
            <pc:sldMk cId="763588422" sldId="282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8:00:21.637" v="708" actId="478"/>
          <ac:picMkLst>
            <pc:docMk/>
            <pc:sldMk cId="763588422" sldId="282"/>
            <ac:picMk id="5" creationId="{97E562C3-BB72-4528-1F61-6B8C6D3F7693}"/>
          </ac:picMkLst>
        </pc:picChg>
      </pc:sldChg>
    </pc:docChg>
  </pc:docChgLst>
  <pc:docChgLst>
    <pc:chgData name="Dragan Javorac" userId="913c2858-fb97-4c6e-a42c-b1f1a16b225e" providerId="ADAL" clId="{7072D4CA-4047-4BE6-A30A-CB0753A5D7B7}"/>
    <pc:docChg chg="modSld">
      <pc:chgData name="Dragan Javorac" userId="913c2858-fb97-4c6e-a42c-b1f1a16b225e" providerId="ADAL" clId="{7072D4CA-4047-4BE6-A30A-CB0753A5D7B7}" dt="2023-10-05T06:28:12.821" v="4" actId="14"/>
      <pc:docMkLst>
        <pc:docMk/>
      </pc:docMkLst>
      <pc:sldChg chg="modSp mod">
        <pc:chgData name="Dragan Javorac" userId="913c2858-fb97-4c6e-a42c-b1f1a16b225e" providerId="ADAL" clId="{7072D4CA-4047-4BE6-A30A-CB0753A5D7B7}" dt="2023-10-05T06:28:12.821" v="4" actId="14"/>
        <pc:sldMkLst>
          <pc:docMk/>
          <pc:sldMk cId="3209220919" sldId="293"/>
        </pc:sldMkLst>
        <pc:spChg chg="mod">
          <ac:chgData name="Dragan Javorac" userId="913c2858-fb97-4c6e-a42c-b1f1a16b225e" providerId="ADAL" clId="{7072D4CA-4047-4BE6-A30A-CB0753A5D7B7}" dt="2023-10-05T06:28:12.821" v="4" actId="14"/>
          <ac:spMkLst>
            <pc:docMk/>
            <pc:sldMk cId="3209220919" sldId="293"/>
            <ac:spMk id="3" creationId="{73F8797C-A226-7836-7AC1-7E1ADAA37B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19-10-2023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9B8BA3-F095-3E24-5523-552CBD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" y="837413"/>
            <a:ext cx="4748044" cy="53536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0970" y="2106744"/>
            <a:ext cx="5617029" cy="1071886"/>
          </a:xfrm>
        </p:spPr>
        <p:txBody>
          <a:bodyPr/>
          <a:lstStyle/>
          <a:p>
            <a:pPr algn="l"/>
            <a:r>
              <a:rPr lang="nl-NL" dirty="0"/>
              <a:t>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0970" y="3205067"/>
            <a:ext cx="5617029" cy="1071886"/>
          </a:xfrm>
        </p:spPr>
        <p:txBody>
          <a:bodyPr>
            <a:normAutofit/>
          </a:bodyPr>
          <a:lstStyle/>
          <a:p>
            <a:pPr algn="l"/>
            <a:r>
              <a:rPr lang="nl-NL" dirty="0"/>
              <a:t>Herhaling</a:t>
            </a:r>
          </a:p>
        </p:txBody>
      </p:sp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Sql </a:t>
            </a:r>
            <a:r>
              <a:rPr lang="nl-NL" dirty="0" err="1"/>
              <a:t>injection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Database </a:t>
            </a:r>
            <a:r>
              <a:rPr lang="nl-NL" dirty="0" err="1"/>
              <a:t>connection</a:t>
            </a:r>
            <a:r>
              <a:rPr lang="nl-NL" dirty="0"/>
              <a:t> in </a:t>
            </a:r>
            <a:r>
              <a:rPr lang="nl-NL" dirty="0" err="1"/>
              <a:t>php</a:t>
            </a:r>
            <a:endParaRPr lang="nl-NL" dirty="0"/>
          </a:p>
          <a:p>
            <a:endParaRPr lang="nl-NL" dirty="0"/>
          </a:p>
          <a:p>
            <a:r>
              <a:rPr lang="nl-NL" dirty="0"/>
              <a:t>Selecteren in </a:t>
            </a:r>
            <a:r>
              <a:rPr lang="nl-NL" dirty="0" err="1"/>
              <a:t>php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5331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Inlog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9229" cy="4351338"/>
          </a:xfrm>
        </p:spPr>
        <p:txBody>
          <a:bodyPr/>
          <a:lstStyle/>
          <a:p>
            <a:r>
              <a:rPr lang="nl-NL" dirty="0"/>
              <a:t>Wat hebben we nodig:</a:t>
            </a:r>
          </a:p>
          <a:p>
            <a:pPr lvl="1"/>
            <a:r>
              <a:rPr lang="nl-NL" dirty="0"/>
              <a:t>Een host/server</a:t>
            </a:r>
          </a:p>
          <a:p>
            <a:pPr lvl="1"/>
            <a:r>
              <a:rPr lang="nl-NL" dirty="0"/>
              <a:t>Welke schema</a:t>
            </a:r>
          </a:p>
          <a:p>
            <a:pPr lvl="1"/>
            <a:r>
              <a:rPr lang="nl-NL" dirty="0"/>
              <a:t>Username</a:t>
            </a:r>
          </a:p>
          <a:p>
            <a:pPr lvl="1"/>
            <a:r>
              <a:rPr lang="nl-NL" dirty="0"/>
              <a:t>password</a:t>
            </a:r>
          </a:p>
          <a:p>
            <a:pPr lvl="2"/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09905-E7A3-0891-C098-709E093DE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721" y="1825625"/>
            <a:ext cx="5093079" cy="392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7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.</a:t>
            </a:r>
            <a:r>
              <a:rPr lang="nl-NL" dirty="0" err="1"/>
              <a:t>env</a:t>
            </a:r>
            <a:r>
              <a:rPr lang="nl-NL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9229" cy="4351338"/>
          </a:xfrm>
        </p:spPr>
        <p:txBody>
          <a:bodyPr/>
          <a:lstStyle/>
          <a:p>
            <a:r>
              <a:rPr lang="nl-NL" dirty="0"/>
              <a:t>Login data niet in .</a:t>
            </a:r>
            <a:r>
              <a:rPr lang="nl-NL" dirty="0" err="1"/>
              <a:t>php</a:t>
            </a:r>
            <a:r>
              <a:rPr lang="nl-NL" dirty="0"/>
              <a:t> files</a:t>
            </a:r>
          </a:p>
          <a:p>
            <a:endParaRPr lang="nl-NL" dirty="0"/>
          </a:p>
          <a:p>
            <a:r>
              <a:rPr lang="nl-NL" dirty="0"/>
              <a:t>Niet in git </a:t>
            </a:r>
          </a:p>
          <a:p>
            <a:pPr lvl="1"/>
            <a:r>
              <a:rPr lang="nl-NL" dirty="0"/>
              <a:t>Wel in je .</a:t>
            </a:r>
            <a:r>
              <a:rPr lang="nl-NL" dirty="0" err="1"/>
              <a:t>gitignore</a:t>
            </a:r>
            <a:endParaRPr lang="nl-NL" dirty="0"/>
          </a:p>
          <a:p>
            <a:pPr lvl="2"/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FE03A-738D-B0A2-824D-A75DAA469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203" y="441501"/>
            <a:ext cx="4332288" cy="12491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EDF815-B732-3113-D6E5-B64FD65336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739" b="25688"/>
          <a:stretch/>
        </p:blipFill>
        <p:spPr>
          <a:xfrm>
            <a:off x="7133998" y="3320193"/>
            <a:ext cx="4825493" cy="1469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72D95F-D7C9-7E9E-0D57-8C257990F4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3732" b="59412"/>
          <a:stretch/>
        </p:blipFill>
        <p:spPr>
          <a:xfrm>
            <a:off x="1604962" y="3972538"/>
            <a:ext cx="3220357" cy="163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4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DB_HOST of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9229" cy="4351338"/>
          </a:xfrm>
        </p:spPr>
        <p:txBody>
          <a:bodyPr/>
          <a:lstStyle/>
          <a:p>
            <a:r>
              <a:rPr lang="nl-NL" dirty="0"/>
              <a:t>Een </a:t>
            </a:r>
            <a:r>
              <a:rPr lang="nl-NL" dirty="0" err="1"/>
              <a:t>ip</a:t>
            </a:r>
            <a:r>
              <a:rPr lang="nl-NL" dirty="0"/>
              <a:t> bijvoorbeeld:</a:t>
            </a:r>
          </a:p>
          <a:p>
            <a:pPr lvl="1"/>
            <a:r>
              <a:rPr lang="nl-NL" dirty="0"/>
              <a:t>127.0.0.1 </a:t>
            </a:r>
          </a:p>
          <a:p>
            <a:pPr lvl="1"/>
            <a:r>
              <a:rPr lang="nl-NL" dirty="0"/>
              <a:t>65.7.8.29</a:t>
            </a:r>
          </a:p>
          <a:p>
            <a:r>
              <a:rPr lang="nl-NL" dirty="0"/>
              <a:t> of een domain </a:t>
            </a:r>
          </a:p>
          <a:p>
            <a:pPr lvl="1"/>
            <a:r>
              <a:rPr lang="nl-NL" dirty="0"/>
              <a:t>db.progsen.ma-cloud.nl</a:t>
            </a:r>
          </a:p>
          <a:p>
            <a:pPr lvl="1"/>
            <a:r>
              <a:rPr lang="nl-NL" dirty="0" err="1"/>
              <a:t>Localhost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EDF815-B732-3113-D6E5-B64FD65336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739" b="25688"/>
          <a:stretch/>
        </p:blipFill>
        <p:spPr>
          <a:xfrm>
            <a:off x="7366507" y="1825625"/>
            <a:ext cx="4825493" cy="146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40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Connectie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9229" cy="4351338"/>
          </a:xfrm>
        </p:spPr>
        <p:txBody>
          <a:bodyPr/>
          <a:lstStyle/>
          <a:p>
            <a:r>
              <a:rPr lang="nl-NL" dirty="0"/>
              <a:t>Veel? =&gt; opsplitsen:</a:t>
            </a:r>
          </a:p>
          <a:p>
            <a:pPr lvl="1"/>
            <a:r>
              <a:rPr lang="nl-NL" dirty="0" err="1"/>
              <a:t>Settings</a:t>
            </a:r>
            <a:endParaRPr lang="nl-NL" dirty="0"/>
          </a:p>
          <a:p>
            <a:pPr lvl="1"/>
            <a:r>
              <a:rPr lang="nl-NL" dirty="0"/>
              <a:t>Connectie maken</a:t>
            </a:r>
          </a:p>
          <a:p>
            <a:pPr lvl="1"/>
            <a:r>
              <a:rPr lang="nl-NL" dirty="0"/>
              <a:t>Per query een function</a:t>
            </a:r>
          </a:p>
          <a:p>
            <a:pPr marL="457200" lvl="1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3020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.</a:t>
            </a:r>
            <a:r>
              <a:rPr lang="nl-NL" dirty="0" err="1"/>
              <a:t>env</a:t>
            </a:r>
            <a:r>
              <a:rPr lang="nl-NL" dirty="0"/>
              <a:t> lezen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2886" cy="714261"/>
          </a:xfrm>
        </p:spPr>
        <p:txBody>
          <a:bodyPr/>
          <a:lstStyle/>
          <a:p>
            <a:r>
              <a:rPr lang="nl-NL" dirty="0"/>
              <a:t>De file inlezen, dan de variabelen eruit halen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0EBD8-FE3A-56DC-6929-2734FBAC29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65" b="17419"/>
          <a:stretch/>
        </p:blipFill>
        <p:spPr>
          <a:xfrm>
            <a:off x="629557" y="2646034"/>
            <a:ext cx="10932886" cy="4211966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D4AE2EE-08AC-E864-346F-402183A1410F}"/>
              </a:ext>
            </a:extLst>
          </p:cNvPr>
          <p:cNvSpPr/>
          <p:nvPr/>
        </p:nvSpPr>
        <p:spPr>
          <a:xfrm>
            <a:off x="8998856" y="5341257"/>
            <a:ext cx="2354943" cy="1151618"/>
          </a:xfrm>
          <a:prstGeom prst="wedgeRoundRectCallout">
            <a:avLst>
              <a:gd name="adj1" fmla="val -105654"/>
              <a:gd name="adj2" fmla="val 972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Maak variabel en haal waarde uit de </a:t>
            </a:r>
            <a:r>
              <a:rPr lang="nl-NL" dirty="0" err="1"/>
              <a:t>settings</a:t>
            </a:r>
            <a:endParaRPr lang="nl-NL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36C1CAAE-FA1B-D344-8A98-2D4DD8B74E09}"/>
              </a:ext>
            </a:extLst>
          </p:cNvPr>
          <p:cNvSpPr/>
          <p:nvPr/>
        </p:nvSpPr>
        <p:spPr>
          <a:xfrm>
            <a:off x="7939315" y="1793901"/>
            <a:ext cx="4034970" cy="1042093"/>
          </a:xfrm>
          <a:prstGeom prst="wedgeRoundRectCallout">
            <a:avLst>
              <a:gd name="adj1" fmla="val -39219"/>
              <a:gd name="adj2" fmla="val 8408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Check of file bestaat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Lees de file naar een </a:t>
            </a:r>
            <a:r>
              <a:rPr lang="nl-NL" dirty="0" err="1"/>
              <a:t>associative</a:t>
            </a:r>
            <a:r>
              <a:rPr lang="nl-NL" dirty="0"/>
              <a:t> array</a:t>
            </a:r>
          </a:p>
        </p:txBody>
      </p:sp>
    </p:spTree>
    <p:extLst>
      <p:ext uri="{BB962C8B-B14F-4D97-AF65-F5344CB8AC3E}">
        <p14:creationId xmlns:p14="http://schemas.microsoft.com/office/powerpoint/2010/main" val="366984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E2422B3-E0A1-9DE8-3974-16A741AFE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03"/>
          <a:stretch/>
        </p:blipFill>
        <p:spPr>
          <a:xfrm>
            <a:off x="-7257" y="2244441"/>
            <a:ext cx="10515600" cy="4625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Connectie object 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2886" cy="714261"/>
          </a:xfrm>
        </p:spPr>
        <p:txBody>
          <a:bodyPr/>
          <a:lstStyle/>
          <a:p>
            <a:r>
              <a:rPr lang="nl-NL" dirty="0"/>
              <a:t>De file inlezen, dan de variabelen eruit halen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D4AE2EE-08AC-E864-346F-402183A1410F}"/>
              </a:ext>
            </a:extLst>
          </p:cNvPr>
          <p:cNvSpPr/>
          <p:nvPr/>
        </p:nvSpPr>
        <p:spPr>
          <a:xfrm>
            <a:off x="6732813" y="6037943"/>
            <a:ext cx="3775530" cy="602342"/>
          </a:xfrm>
          <a:prstGeom prst="wedgeRoundRectCallout">
            <a:avLst>
              <a:gd name="adj1" fmla="val -154114"/>
              <a:gd name="adj2" fmla="val -5730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Return het connectie object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36C1CAAE-FA1B-D344-8A98-2D4DD8B74E09}"/>
              </a:ext>
            </a:extLst>
          </p:cNvPr>
          <p:cNvSpPr/>
          <p:nvPr/>
        </p:nvSpPr>
        <p:spPr>
          <a:xfrm>
            <a:off x="7982857" y="648595"/>
            <a:ext cx="3834491" cy="1042093"/>
          </a:xfrm>
          <a:prstGeom prst="wedgeRoundRectCallout">
            <a:avLst>
              <a:gd name="adj1" fmla="val -31492"/>
              <a:gd name="adj2" fmla="val 1159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1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Argumenten =&gt; herbruikbaar </a:t>
            </a:r>
          </a:p>
        </p:txBody>
      </p:sp>
    </p:spTree>
    <p:extLst>
      <p:ext uri="{BB962C8B-B14F-4D97-AF65-F5344CB8AC3E}">
        <p14:creationId xmlns:p14="http://schemas.microsoft.com/office/powerpoint/2010/main" val="1007315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65DC5F-8F5E-7616-704C-39D77A49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2258"/>
            <a:ext cx="9241112" cy="54757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Connection gebruiken en sluiten!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D4AE2EE-08AC-E864-346F-402183A1410F}"/>
              </a:ext>
            </a:extLst>
          </p:cNvPr>
          <p:cNvSpPr/>
          <p:nvPr/>
        </p:nvSpPr>
        <p:spPr>
          <a:xfrm>
            <a:off x="6732813" y="6037943"/>
            <a:ext cx="3775530" cy="602342"/>
          </a:xfrm>
          <a:prstGeom prst="wedgeRoundRectCallout">
            <a:avLst>
              <a:gd name="adj1" fmla="val -169798"/>
              <a:gd name="adj2" fmla="val 1161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Close is heel belangrijk!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36C1CAAE-FA1B-D344-8A98-2D4DD8B74E09}"/>
              </a:ext>
            </a:extLst>
          </p:cNvPr>
          <p:cNvSpPr/>
          <p:nvPr/>
        </p:nvSpPr>
        <p:spPr>
          <a:xfrm>
            <a:off x="7535818" y="1389517"/>
            <a:ext cx="5091612" cy="602342"/>
          </a:xfrm>
          <a:prstGeom prst="wedgeRoundRectCallout">
            <a:avLst>
              <a:gd name="adj1" fmla="val -59704"/>
              <a:gd name="adj2" fmla="val 4111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Door de </a:t>
            </a:r>
            <a:r>
              <a:rPr lang="nl-NL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include_once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l-NL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dbdata.php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l-N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nl-NL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A94FE9B8-D20C-37DA-E46C-A718B531795B}"/>
              </a:ext>
            </a:extLst>
          </p:cNvPr>
          <p:cNvSpPr/>
          <p:nvPr/>
        </p:nvSpPr>
        <p:spPr>
          <a:xfrm>
            <a:off x="5039177" y="4866141"/>
            <a:ext cx="2113645" cy="602342"/>
          </a:xfrm>
          <a:prstGeom prst="wedgeRoundRectCallout">
            <a:avLst>
              <a:gd name="adj1" fmla="val -105596"/>
              <a:gd name="adj2" fmla="val 9932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Waarom geen echo?</a:t>
            </a:r>
          </a:p>
        </p:txBody>
      </p:sp>
    </p:spTree>
    <p:extLst>
      <p:ext uri="{BB962C8B-B14F-4D97-AF65-F5344CB8AC3E}">
        <p14:creationId xmlns:p14="http://schemas.microsoft.com/office/powerpoint/2010/main" val="2341108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704F222-1A5B-0CBF-EDC9-098E4EE1D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51" y="3075775"/>
            <a:ext cx="10085933" cy="37822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Basis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2886" cy="714261"/>
          </a:xfrm>
        </p:spPr>
        <p:txBody>
          <a:bodyPr/>
          <a:lstStyle/>
          <a:p>
            <a:r>
              <a:rPr lang="nl-NL" dirty="0"/>
              <a:t>Vele manieren voor selecteren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D4AE2EE-08AC-E864-346F-402183A1410F}"/>
              </a:ext>
            </a:extLst>
          </p:cNvPr>
          <p:cNvSpPr/>
          <p:nvPr/>
        </p:nvSpPr>
        <p:spPr>
          <a:xfrm>
            <a:off x="10145486" y="3677550"/>
            <a:ext cx="1625600" cy="494846"/>
          </a:xfrm>
          <a:prstGeom prst="wedgeRoundRectCallout">
            <a:avLst>
              <a:gd name="adj1" fmla="val -63834"/>
              <a:gd name="adj2" fmla="val 23065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Jokers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36C1CAAE-FA1B-D344-8A98-2D4DD8B74E09}"/>
              </a:ext>
            </a:extLst>
          </p:cNvPr>
          <p:cNvSpPr/>
          <p:nvPr/>
        </p:nvSpPr>
        <p:spPr>
          <a:xfrm>
            <a:off x="7053943" y="1734673"/>
            <a:ext cx="5138057" cy="805214"/>
          </a:xfrm>
          <a:prstGeom prst="wedgeRoundRectCallout">
            <a:avLst>
              <a:gd name="adj1" fmla="val -56534"/>
              <a:gd name="adj2" fmla="val 15026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In </a:t>
            </a:r>
            <a:r>
              <a:rPr lang="nl-NL" dirty="0" err="1"/>
              <a:t>workbench</a:t>
            </a:r>
            <a:r>
              <a:rPr lang="nl-NL" dirty="0"/>
              <a:t> nodig, niet in </a:t>
            </a:r>
            <a:r>
              <a:rPr lang="nl-NL" dirty="0" err="1"/>
              <a:t>php</a:t>
            </a:r>
            <a:r>
              <a:rPr lang="nl-NL" dirty="0"/>
              <a:t> waarom?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61A2725E-0329-DE74-142E-ACC462CEFDC2}"/>
              </a:ext>
            </a:extLst>
          </p:cNvPr>
          <p:cNvSpPr/>
          <p:nvPr/>
        </p:nvSpPr>
        <p:spPr>
          <a:xfrm>
            <a:off x="7997371" y="3363225"/>
            <a:ext cx="1625600" cy="494846"/>
          </a:xfrm>
          <a:prstGeom prst="wedgeRoundRectCallout">
            <a:avLst>
              <a:gd name="adj1" fmla="val -247763"/>
              <a:gd name="adj2" fmla="val 1631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filteren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0D4BB824-892F-589B-B706-02E0873530BE}"/>
              </a:ext>
            </a:extLst>
          </p:cNvPr>
          <p:cNvSpPr/>
          <p:nvPr/>
        </p:nvSpPr>
        <p:spPr>
          <a:xfrm>
            <a:off x="9332686" y="6281058"/>
            <a:ext cx="1625600" cy="494846"/>
          </a:xfrm>
          <a:prstGeom prst="wedgeRoundRectCallout">
            <a:avLst>
              <a:gd name="adj1" fmla="val -88834"/>
              <a:gd name="adj2" fmla="val -10665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sorteren</a:t>
            </a:r>
          </a:p>
        </p:txBody>
      </p:sp>
    </p:spTree>
    <p:extLst>
      <p:ext uri="{BB962C8B-B14F-4D97-AF65-F5344CB8AC3E}">
        <p14:creationId xmlns:p14="http://schemas.microsoft.com/office/powerpoint/2010/main" val="2385451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7417D64-CE85-0BA5-AE50-203C4920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12" y="4306916"/>
            <a:ext cx="3099196" cy="1180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resultaten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3EAF53-8345-CAC9-01A8-13E905444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2" y="3728464"/>
            <a:ext cx="7691910" cy="4564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11D9380-64B9-416E-CEC0-F9B5DA150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12" y="1701453"/>
            <a:ext cx="9561088" cy="4541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1F41D62-BBB1-F729-AF1E-9BB9BFE66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12" y="2310968"/>
            <a:ext cx="2268113" cy="101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60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0889B5-158B-E1B0-434E-AE6361E51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8" y="4892089"/>
            <a:ext cx="2837235" cy="1314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BA33BD-A7A0-3598-1917-6E56C075D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8" y="2720566"/>
            <a:ext cx="2755019" cy="14168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resultaten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F6E4D3-4DBC-3E5A-0B57-A5EEAC48B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28" y="2200552"/>
            <a:ext cx="7776880" cy="4155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8C6AC4-BC1F-EC1C-1730-B01D1B81E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28" y="4268358"/>
            <a:ext cx="5795399" cy="49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95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FEA1F9-F46C-EBBF-0BBA-E6795CCD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246"/>
            <a:ext cx="6872388" cy="4358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12212"/>
            <a:ext cx="7953829" cy="650875"/>
          </a:xfrm>
        </p:spPr>
        <p:txBody>
          <a:bodyPr>
            <a:normAutofit fontScale="90000"/>
          </a:bodyPr>
          <a:lstStyle/>
          <a:p>
            <a:r>
              <a:rPr lang="nl-NL" dirty="0"/>
              <a:t>Select + </a:t>
            </a:r>
            <a:r>
              <a:rPr lang="nl-NL" dirty="0" err="1"/>
              <a:t>php</a:t>
            </a:r>
            <a:endParaRPr lang="nl-N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77CAB7F-CD83-9BD7-C425-6A47648BF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199" y="1147763"/>
            <a:ext cx="7387771" cy="1239926"/>
          </a:xfrm>
        </p:spPr>
        <p:txBody>
          <a:bodyPr numCol="2">
            <a:normAutofit/>
          </a:bodyPr>
          <a:lstStyle/>
          <a:p>
            <a:r>
              <a:rPr lang="nl-NL" dirty="0" err="1"/>
              <a:t>Prepare</a:t>
            </a:r>
            <a:r>
              <a:rPr lang="nl-NL" dirty="0"/>
              <a:t> </a:t>
            </a:r>
          </a:p>
          <a:p>
            <a:r>
              <a:rPr lang="nl-NL" dirty="0"/>
              <a:t>Bind?</a:t>
            </a:r>
          </a:p>
          <a:p>
            <a:r>
              <a:rPr lang="nl-NL" dirty="0" err="1"/>
              <a:t>Execute</a:t>
            </a:r>
            <a:endParaRPr lang="nl-NL" dirty="0"/>
          </a:p>
          <a:p>
            <a:r>
              <a:rPr lang="nl-NL" dirty="0"/>
              <a:t>lezen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4F6B01-7827-D177-03F0-0FB4F3713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605" y="2447246"/>
            <a:ext cx="5166395" cy="4046131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2247BAE3-D320-28AD-43F1-FCA9AB3F121A}"/>
              </a:ext>
            </a:extLst>
          </p:cNvPr>
          <p:cNvSpPr/>
          <p:nvPr/>
        </p:nvSpPr>
        <p:spPr>
          <a:xfrm>
            <a:off x="4433988" y="2200478"/>
            <a:ext cx="2438400" cy="1143773"/>
          </a:xfrm>
          <a:prstGeom prst="wedgeRoundRectCallout">
            <a:avLst>
              <a:gd name="adj1" fmla="val -74881"/>
              <a:gd name="adj2" fmla="val -622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Vaak maken we dit soort functions:</a:t>
            </a:r>
          </a:p>
          <a:p>
            <a:pPr algn="ctr"/>
            <a:r>
              <a:rPr lang="nl-NL" dirty="0"/>
              <a:t>Voor elke query 1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9A1B99E-D355-0D1F-C816-0B9FA8A22DFD}"/>
              </a:ext>
            </a:extLst>
          </p:cNvPr>
          <p:cNvSpPr/>
          <p:nvPr/>
        </p:nvSpPr>
        <p:spPr>
          <a:xfrm>
            <a:off x="8505370" y="437649"/>
            <a:ext cx="2438400" cy="1143773"/>
          </a:xfrm>
          <a:prstGeom prst="wedgeRoundRectCallout">
            <a:avLst>
              <a:gd name="adj1" fmla="val -35000"/>
              <a:gd name="adj2" fmla="val 1232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Deze leest alleen de resultaten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B274F7C-2CFA-32A0-DF04-010256A7AE01}"/>
              </a:ext>
            </a:extLst>
          </p:cNvPr>
          <p:cNvSpPr/>
          <p:nvPr/>
        </p:nvSpPr>
        <p:spPr>
          <a:xfrm>
            <a:off x="4767942" y="6094913"/>
            <a:ext cx="2438400" cy="627380"/>
          </a:xfrm>
          <a:prstGeom prst="wedgeRoundRectCallout">
            <a:avLst>
              <a:gd name="adj1" fmla="val -70715"/>
              <a:gd name="adj2" fmla="val -2525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Naar </a:t>
            </a:r>
            <a:r>
              <a:rPr lang="nl-NL" dirty="0" err="1"/>
              <a:t>GetResults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31032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365125"/>
            <a:ext cx="10740571" cy="1565275"/>
          </a:xfrm>
        </p:spPr>
        <p:txBody>
          <a:bodyPr>
            <a:normAutofit/>
          </a:bodyPr>
          <a:lstStyle/>
          <a:p>
            <a:r>
              <a:rPr lang="nl-NL" dirty="0"/>
              <a:t>Resultaten als objecten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CDB04-F028-A5B8-ACD7-483A6BC1B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092913"/>
            <a:ext cx="7520640" cy="4399962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DC132765-F84C-F710-B688-E41D5DA71950}"/>
              </a:ext>
            </a:extLst>
          </p:cNvPr>
          <p:cNvSpPr/>
          <p:nvPr/>
        </p:nvSpPr>
        <p:spPr>
          <a:xfrm>
            <a:off x="9173029" y="2092912"/>
            <a:ext cx="2438400" cy="1143773"/>
          </a:xfrm>
          <a:prstGeom prst="wedgeRoundRectCallout">
            <a:avLst>
              <a:gd name="adj1" fmla="val -153452"/>
              <a:gd name="adj2" fmla="val -2551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Roep deze functie aan om je data te krijgen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8A7A50-8409-E7F9-C56F-26D161D0D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354" y="3987800"/>
            <a:ext cx="326707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68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6426F3-A7AA-4402-FD0D-9570A6A8F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0400"/>
            <a:ext cx="10199350" cy="492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365125"/>
            <a:ext cx="3614057" cy="1565275"/>
          </a:xfrm>
        </p:spPr>
        <p:txBody>
          <a:bodyPr>
            <a:normAutofit/>
          </a:bodyPr>
          <a:lstStyle/>
          <a:p>
            <a:r>
              <a:rPr lang="nl-NL" dirty="0"/>
              <a:t>Select + </a:t>
            </a:r>
            <a:r>
              <a:rPr lang="nl-NL" dirty="0" err="1"/>
              <a:t>php</a:t>
            </a:r>
            <a:endParaRPr lang="nl-NL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A6D6A0A-5A94-EFD5-0BFA-43FB9F83E799}"/>
              </a:ext>
            </a:extLst>
          </p:cNvPr>
          <p:cNvSpPr/>
          <p:nvPr/>
        </p:nvSpPr>
        <p:spPr>
          <a:xfrm>
            <a:off x="9503954" y="4484617"/>
            <a:ext cx="2508067" cy="650287"/>
          </a:xfrm>
          <a:prstGeom prst="wedgeRoundRectCallout">
            <a:avLst>
              <a:gd name="adj1" fmla="val -286005"/>
              <a:gd name="adj2" fmla="val -4652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Like maken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2A5010D-3AE9-C271-C9D2-66B26CDD1C32}"/>
              </a:ext>
            </a:extLst>
          </p:cNvPr>
          <p:cNvSpPr/>
          <p:nvPr/>
        </p:nvSpPr>
        <p:spPr>
          <a:xfrm>
            <a:off x="6844936" y="574584"/>
            <a:ext cx="2508067" cy="650287"/>
          </a:xfrm>
          <a:prstGeom prst="wedgeRoundRectCallout">
            <a:avLst>
              <a:gd name="adj1" fmla="val -62509"/>
              <a:gd name="adj2" fmla="val 3230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Elk ?  Is een parameter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F7233305-B0D7-0A9D-EB5B-F941A241C4A4}"/>
              </a:ext>
            </a:extLst>
          </p:cNvPr>
          <p:cNvSpPr/>
          <p:nvPr/>
        </p:nvSpPr>
        <p:spPr>
          <a:xfrm>
            <a:off x="6543036" y="5487669"/>
            <a:ext cx="2847703" cy="997313"/>
          </a:xfrm>
          <a:prstGeom prst="wedgeRoundRectCallout">
            <a:avLst>
              <a:gd name="adj1" fmla="val -176354"/>
              <a:gd name="adj2" fmla="val -9712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/>
              <a:t>1 ? Dus 1 </a:t>
            </a:r>
            <a:r>
              <a:rPr lang="nl-NL" dirty="0" err="1"/>
              <a:t>dataype</a:t>
            </a:r>
            <a:endParaRPr lang="nl-NL" dirty="0"/>
          </a:p>
          <a:p>
            <a:r>
              <a:rPr lang="nl-NL" dirty="0"/>
              <a:t>In dit geval een s voor string</a:t>
            </a:r>
          </a:p>
        </p:txBody>
      </p:sp>
    </p:spTree>
    <p:extLst>
      <p:ext uri="{BB962C8B-B14F-4D97-AF65-F5344CB8AC3E}">
        <p14:creationId xmlns:p14="http://schemas.microsoft.com/office/powerpoint/2010/main" val="1780135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7A96E3-1A8D-2B85-CF66-4412A5915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9348"/>
            <a:ext cx="6923314" cy="4350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365125"/>
            <a:ext cx="11736251" cy="941161"/>
          </a:xfrm>
        </p:spPr>
        <p:txBody>
          <a:bodyPr>
            <a:normAutofit/>
          </a:bodyPr>
          <a:lstStyle/>
          <a:p>
            <a:r>
              <a:rPr lang="nl-NL" dirty="0"/>
              <a:t>Naar Html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9EBB4F-5E2B-3FDF-4164-91FF5BA80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465" y="4773758"/>
            <a:ext cx="4242105" cy="2025263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5C0D233A-6057-3EFE-543D-E27B042E450E}"/>
              </a:ext>
            </a:extLst>
          </p:cNvPr>
          <p:cNvSpPr/>
          <p:nvPr/>
        </p:nvSpPr>
        <p:spPr>
          <a:xfrm>
            <a:off x="3149603" y="5669395"/>
            <a:ext cx="3596638" cy="706485"/>
          </a:xfrm>
          <a:prstGeom prst="wedgeRoundRectCallout">
            <a:avLst>
              <a:gd name="adj1" fmla="val -27746"/>
              <a:gd name="adj2" fmla="val -23349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600" dirty="0"/>
              <a:t>Lange variant</a:t>
            </a:r>
          </a:p>
          <a:p>
            <a:r>
              <a:rPr lang="nl-NL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nl-NL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nl-N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nl-N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nl-N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nl-N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l-NL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l-NL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bookid</a:t>
            </a:r>
            <a:r>
              <a:rPr lang="nl-NL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l-N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nl-NL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?&gt;</a:t>
            </a:r>
            <a:endParaRPr lang="nl-NL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1825D11C-CC67-8063-16AF-81E7AD2287D9}"/>
              </a:ext>
            </a:extLst>
          </p:cNvPr>
          <p:cNvSpPr/>
          <p:nvPr/>
        </p:nvSpPr>
        <p:spPr>
          <a:xfrm>
            <a:off x="4905511" y="2593034"/>
            <a:ext cx="2899954" cy="600892"/>
          </a:xfrm>
          <a:prstGeom prst="wedgeRoundRectCallout">
            <a:avLst>
              <a:gd name="adj1" fmla="val -93723"/>
              <a:gd name="adj2" fmla="val 11979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600" dirty="0"/>
              <a:t>Korte variant</a:t>
            </a:r>
          </a:p>
          <a:p>
            <a:r>
              <a:rPr lang="nl-NL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&lt;?=</a:t>
            </a:r>
            <a:r>
              <a:rPr lang="nl-N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nl-NL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nl-N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l-NL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l-NL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bookname</a:t>
            </a:r>
            <a:r>
              <a:rPr lang="nl-NL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l-N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nl-NL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?&gt;</a:t>
            </a:r>
            <a:endParaRPr lang="nl-NL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0010B-74B3-98ED-1E5F-7C7585BBD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869" y="399247"/>
            <a:ext cx="4053582" cy="3108140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B818D428-675F-F75E-3F8A-253EB23E9828}"/>
              </a:ext>
            </a:extLst>
          </p:cNvPr>
          <p:cNvSpPr/>
          <p:nvPr/>
        </p:nvSpPr>
        <p:spPr>
          <a:xfrm>
            <a:off x="9527374" y="3193926"/>
            <a:ext cx="798285" cy="1882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4744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Vandaag: Opdrachten/huiswerk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7713618" cy="1997439"/>
          </a:xfrm>
        </p:spPr>
        <p:txBody>
          <a:bodyPr>
            <a:normAutofit lnSpcReduction="10000"/>
          </a:bodyPr>
          <a:lstStyle/>
          <a:p>
            <a:r>
              <a:rPr lang="nl-NL" dirty="0"/>
              <a:t>Ga verder met </a:t>
            </a:r>
            <a:r>
              <a:rPr lang="nl-NL"/>
              <a:t>de opdrachten</a:t>
            </a:r>
            <a:endParaRPr lang="nl-NL" dirty="0"/>
          </a:p>
          <a:p>
            <a:endParaRPr lang="nl-NL" dirty="0"/>
          </a:p>
          <a:p>
            <a:r>
              <a:rPr lang="nl-NL" dirty="0"/>
              <a:t>Was je al klaar met 06?</a:t>
            </a:r>
          </a:p>
          <a:p>
            <a:r>
              <a:rPr lang="nl-NL" dirty="0"/>
              <a:t>Werk vooruit: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804DE-C6CD-2B14-2879-5DCC403EF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69" y="3957999"/>
            <a:ext cx="29337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2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A991F36DA3004E8BBBEC5EFEDE8C57" ma:contentTypeVersion="6" ma:contentTypeDescription="Create a new document." ma:contentTypeScope="" ma:versionID="735206c9ca7006b89b07ec7ac2c609e3">
  <xsd:schema xmlns:xsd="http://www.w3.org/2001/XMLSchema" xmlns:xs="http://www.w3.org/2001/XMLSchema" xmlns:p="http://schemas.microsoft.com/office/2006/metadata/properties" xmlns:ns2="a28abc25-2d97-4e22-be40-2a4e9d3d8a76" targetNamespace="http://schemas.microsoft.com/office/2006/metadata/properties" ma:root="true" ma:fieldsID="23b7ae77266580656eec800868fa28f5" ns2:_="">
    <xsd:import namespace="a28abc25-2d97-4e22-be40-2a4e9d3d8a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8abc25-2d97-4e22-be40-2a4e9d3d8a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B3FB490-E3EB-4C83-80B0-32A52D0B59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8abc25-2d97-4e22-be40-2a4e9d3d8a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9B0B6E-FA91-4268-A24C-F1593FE8BA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637BCA-C9CC-46B0-8052-8AAE567A178A}">
  <ds:schemaRefs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90dc185d-016c-4cbe-a021-2ee14c7c0e4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902</TotalTime>
  <Words>279</Words>
  <Application>Microsoft Office PowerPoint</Application>
  <PresentationFormat>Widescreen</PresentationFormat>
  <Paragraphs>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Office Theme</vt:lpstr>
      <vt:lpstr>DB</vt:lpstr>
      <vt:lpstr>Sql injection</vt:lpstr>
      <vt:lpstr>Inlog data</vt:lpstr>
      <vt:lpstr>.env file</vt:lpstr>
      <vt:lpstr>DB_HOST of server</vt:lpstr>
      <vt:lpstr>Connectie code</vt:lpstr>
      <vt:lpstr>.env lezen</vt:lpstr>
      <vt:lpstr>Connectie object maken</vt:lpstr>
      <vt:lpstr>Connection gebruiken en sluiten!</vt:lpstr>
      <vt:lpstr>Basis sql</vt:lpstr>
      <vt:lpstr>resultaten</vt:lpstr>
      <vt:lpstr>resultaten</vt:lpstr>
      <vt:lpstr>Select + php</vt:lpstr>
      <vt:lpstr>Resultaten als objecten</vt:lpstr>
      <vt:lpstr>Select + php</vt:lpstr>
      <vt:lpstr>Naar Html</vt:lpstr>
      <vt:lpstr>Vandaag: Opdrachten/huiswerk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2023-10-19T13:24:58Z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0x010100C9A991F36DA3004E8BBBEC5EFEDE8C57</vt:lpwstr>
  </property>
</Properties>
</file>