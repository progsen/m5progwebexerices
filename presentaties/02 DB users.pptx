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59" r:id="rId4"/>
    <p:sldId id="282" r:id="rId5"/>
    <p:sldId id="276" r:id="rId6"/>
    <p:sldId id="277" r:id="rId7"/>
    <p:sldId id="278" r:id="rId8"/>
    <p:sldId id="279" r:id="rId9"/>
    <p:sldId id="280" r:id="rId10"/>
    <p:sldId id="281" r:id="rId11"/>
    <p:sldId id="2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D7A4E-B24D-40EE-BD4C-4F40A683128B}" v="2" dt="2025-09-05T09:08:23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</pc:sldChg>
    </pc:docChg>
  </pc:docChgLst>
  <pc:docChgLst>
    <pc:chgData name="Dragan Javorac" userId="913c2858-fb97-4c6e-a42c-b1f1a16b225e" providerId="ADAL" clId="{BC00D9DF-F858-4149-8B7B-F211D448CEDA}"/>
    <pc:docChg chg="custSel addSld modSld">
      <pc:chgData name="Dragan Javorac" userId="913c2858-fb97-4c6e-a42c-b1f1a16b225e" providerId="ADAL" clId="{BC00D9DF-F858-4149-8B7B-F211D448CEDA}" dt="2025-09-05T09:08:29.012" v="20" actId="1076"/>
      <pc:docMkLst>
        <pc:docMk/>
      </pc:docMkLst>
      <pc:sldChg chg="addSp delSp modSp add mod">
        <pc:chgData name="Dragan Javorac" userId="913c2858-fb97-4c6e-a42c-b1f1a16b225e" providerId="ADAL" clId="{BC00D9DF-F858-4149-8B7B-F211D448CEDA}" dt="2025-09-05T09:08:29.012" v="20" actId="1076"/>
        <pc:sldMkLst>
          <pc:docMk/>
          <pc:sldMk cId="825626965" sldId="283"/>
        </pc:sldMkLst>
        <pc:spChg chg="mod">
          <ac:chgData name="Dragan Javorac" userId="913c2858-fb97-4c6e-a42c-b1f1a16b225e" providerId="ADAL" clId="{BC00D9DF-F858-4149-8B7B-F211D448CEDA}" dt="2025-09-05T09:08:01.684" v="12" actId="20577"/>
          <ac:spMkLst>
            <pc:docMk/>
            <pc:sldMk cId="825626965" sldId="283"/>
            <ac:spMk id="2" creationId="{36091A99-9593-C3EB-E25F-3B8B220A32F9}"/>
          </ac:spMkLst>
        </pc:spChg>
        <pc:spChg chg="mod">
          <ac:chgData name="Dragan Javorac" userId="913c2858-fb97-4c6e-a42c-b1f1a16b225e" providerId="ADAL" clId="{BC00D9DF-F858-4149-8B7B-F211D448CEDA}" dt="2025-09-05T09:08:25.349" v="18" actId="20577"/>
          <ac:spMkLst>
            <pc:docMk/>
            <pc:sldMk cId="825626965" sldId="283"/>
            <ac:spMk id="3" creationId="{68A8BDE0-77CC-C40E-0F32-3F066491E75A}"/>
          </ac:spMkLst>
        </pc:spChg>
        <pc:spChg chg="del">
          <ac:chgData name="Dragan Javorac" userId="913c2858-fb97-4c6e-a42c-b1f1a16b225e" providerId="ADAL" clId="{BC00D9DF-F858-4149-8B7B-F211D448CEDA}" dt="2025-09-05T09:08:03.858" v="13" actId="478"/>
          <ac:spMkLst>
            <pc:docMk/>
            <pc:sldMk cId="825626965" sldId="283"/>
            <ac:spMk id="6" creationId="{E5BB18CF-3824-1450-D85A-6608B7ECFEAC}"/>
          </ac:spMkLst>
        </pc:spChg>
        <pc:picChg chg="del">
          <ac:chgData name="Dragan Javorac" userId="913c2858-fb97-4c6e-a42c-b1f1a16b225e" providerId="ADAL" clId="{BC00D9DF-F858-4149-8B7B-F211D448CEDA}" dt="2025-09-05T09:08:04.654" v="14" actId="478"/>
          <ac:picMkLst>
            <pc:docMk/>
            <pc:sldMk cId="825626965" sldId="283"/>
            <ac:picMk id="5" creationId="{D46FC078-0564-59D5-2EAB-DD613BE3CFC3}"/>
          </ac:picMkLst>
        </pc:picChg>
        <pc:picChg chg="add mod">
          <ac:chgData name="Dragan Javorac" userId="913c2858-fb97-4c6e-a42c-b1f1a16b225e" providerId="ADAL" clId="{BC00D9DF-F858-4149-8B7B-F211D448CEDA}" dt="2025-09-05T09:08:29.012" v="20" actId="1076"/>
          <ac:picMkLst>
            <pc:docMk/>
            <pc:sldMk cId="825626965" sldId="283"/>
            <ac:picMk id="7" creationId="{CD5A7686-CF2F-1473-2376-B4FCE43601AD}"/>
          </ac:picMkLst>
        </pc:picChg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743"/>
            <a:ext cx="9144000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5066"/>
            <a:ext cx="9144000" cy="587407"/>
          </a:xfrm>
        </p:spPr>
        <p:txBody>
          <a:bodyPr/>
          <a:lstStyle/>
          <a:p>
            <a:r>
              <a:rPr lang="nl-NL" dirty="0"/>
              <a:t>User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Beveiliging begint bij je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Elke database server heeft users</a:t>
            </a:r>
          </a:p>
          <a:p>
            <a:endParaRPr lang="nl-NL" dirty="0"/>
          </a:p>
          <a:p>
            <a:r>
              <a:rPr lang="nl-NL" dirty="0"/>
              <a:t>Elke user heeft rechten</a:t>
            </a:r>
          </a:p>
          <a:p>
            <a:endParaRPr lang="nl-NL" dirty="0"/>
          </a:p>
          <a:p>
            <a:r>
              <a:rPr lang="nl-NL" dirty="0"/>
              <a:t>Hier moet je goed over nadenken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945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 denken jullie aan bij user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Iemand ideeën?</a:t>
            </a:r>
          </a:p>
          <a:p>
            <a:endParaRPr lang="nl-NL" dirty="0"/>
          </a:p>
          <a:p>
            <a:r>
              <a:rPr lang="nl-NL" dirty="0"/>
              <a:t>Roep maar!</a:t>
            </a:r>
          </a:p>
        </p:txBody>
      </p:sp>
    </p:spTree>
    <p:extLst>
      <p:ext uri="{BB962C8B-B14F-4D97-AF65-F5344CB8AC3E}">
        <p14:creationId xmlns:p14="http://schemas.microsoft.com/office/powerpoint/2010/main" val="1670845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Kan alles?</a:t>
            </a:r>
          </a:p>
          <a:p>
            <a:endParaRPr lang="nl-NL" dirty="0"/>
          </a:p>
          <a:p>
            <a:r>
              <a:rPr lang="nl-NL" dirty="0"/>
              <a:t>Oef…</a:t>
            </a:r>
          </a:p>
          <a:p>
            <a:endParaRPr lang="nl-NL" dirty="0"/>
          </a:p>
          <a:p>
            <a:r>
              <a:rPr lang="nl-NL" dirty="0"/>
              <a:t>Nooit in een applicatie gebruiken</a:t>
            </a:r>
          </a:p>
          <a:p>
            <a:endParaRPr lang="nl-NL" dirty="0"/>
          </a:p>
          <a:p>
            <a:r>
              <a:rPr lang="nl-NL" dirty="0"/>
              <a:t>Normaal heb jij ook nooit root als developer</a:t>
            </a:r>
          </a:p>
          <a:p>
            <a:pPr lvl="1"/>
            <a:r>
              <a:rPr lang="nl-NL" dirty="0"/>
              <a:t>Alleen lokaal</a:t>
            </a:r>
          </a:p>
        </p:txBody>
      </p:sp>
    </p:spTree>
    <p:extLst>
      <p:ext uri="{BB962C8B-B14F-4D97-AF65-F5344CB8AC3E}">
        <p14:creationId xmlns:p14="http://schemas.microsoft.com/office/powerpoint/2010/main" val="76358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Via </a:t>
            </a:r>
            <a:r>
              <a:rPr lang="nl-NL" dirty="0" err="1"/>
              <a:t>workbench</a:t>
            </a:r>
            <a:r>
              <a:rPr lang="nl-NL" dirty="0"/>
              <a:t> of </a:t>
            </a:r>
            <a:r>
              <a:rPr lang="nl-NL" dirty="0" err="1"/>
              <a:t>sql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Kan beide</a:t>
            </a:r>
          </a:p>
          <a:p>
            <a:endParaRPr lang="nl-NL" dirty="0"/>
          </a:p>
          <a:p>
            <a:r>
              <a:rPr lang="nl-NL" dirty="0"/>
              <a:t>Laten we met </a:t>
            </a:r>
            <a:r>
              <a:rPr lang="nl-NL" dirty="0" err="1"/>
              <a:t>workbench</a:t>
            </a:r>
            <a:r>
              <a:rPr lang="nl-NL" dirty="0"/>
              <a:t> beginnen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562C3-BB72-4528-1F61-6B8C6D3F7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168" y="2256377"/>
            <a:ext cx="1905000" cy="16573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FBE3694-C26D-D75D-9490-63BF5ADABEF4}"/>
              </a:ext>
            </a:extLst>
          </p:cNvPr>
          <p:cNvSpPr/>
          <p:nvPr/>
        </p:nvSpPr>
        <p:spPr>
          <a:xfrm>
            <a:off x="8674216" y="2944536"/>
            <a:ext cx="1300294" cy="419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9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Via </a:t>
            </a:r>
            <a:r>
              <a:rPr lang="nl-NL" dirty="0" err="1"/>
              <a:t>workbench</a:t>
            </a:r>
            <a:r>
              <a:rPr lang="nl-NL" dirty="0"/>
              <a:t> of </a:t>
            </a:r>
            <a:r>
              <a:rPr lang="nl-NL" dirty="0" err="1"/>
              <a:t>sql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Hier staat het overzicht van users</a:t>
            </a:r>
          </a:p>
          <a:p>
            <a:endParaRPr lang="nl-NL" dirty="0"/>
          </a:p>
          <a:p>
            <a:r>
              <a:rPr lang="nl-NL" dirty="0"/>
              <a:t>Wat betekenen:</a:t>
            </a:r>
          </a:p>
          <a:p>
            <a:pPr lvl="1"/>
            <a:r>
              <a:rPr lang="nl-NL" dirty="0"/>
              <a:t>%</a:t>
            </a:r>
          </a:p>
          <a:p>
            <a:pPr lvl="1"/>
            <a:r>
              <a:rPr lang="nl-NL" dirty="0" err="1"/>
              <a:t>Localhost</a:t>
            </a: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9BDB9-C176-C7B0-63B7-4DEE68036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29" y="2843868"/>
            <a:ext cx="7907706" cy="318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62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Via </a:t>
            </a:r>
            <a:r>
              <a:rPr lang="nl-NL" dirty="0" err="1"/>
              <a:t>workbench</a:t>
            </a:r>
            <a:r>
              <a:rPr lang="nl-NL" dirty="0"/>
              <a:t> of </a:t>
            </a:r>
            <a:r>
              <a:rPr lang="nl-NL" dirty="0" err="1"/>
              <a:t>sql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Hier staat het overzicht van users</a:t>
            </a:r>
          </a:p>
          <a:p>
            <a:endParaRPr lang="nl-NL" dirty="0"/>
          </a:p>
          <a:p>
            <a:r>
              <a:rPr lang="nl-NL" dirty="0"/>
              <a:t>Wat betekenen:</a:t>
            </a:r>
          </a:p>
          <a:p>
            <a:pPr lvl="1"/>
            <a:r>
              <a:rPr lang="nl-NL" dirty="0"/>
              <a:t>%</a:t>
            </a:r>
          </a:p>
          <a:p>
            <a:pPr lvl="1"/>
            <a:r>
              <a:rPr lang="nl-NL" dirty="0" err="1"/>
              <a:t>Localhost</a:t>
            </a: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23E0D-8269-C2CC-97EA-11DA4183A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832" y="3218205"/>
            <a:ext cx="7351552" cy="295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1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Limieten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nl-NL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131EC-5CCB-42AA-7579-B633F60F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72" y="2014886"/>
            <a:ext cx="596265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7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Roles</a:t>
            </a:r>
            <a:r>
              <a:rPr lang="nl-NL" dirty="0"/>
              <a:t> &amp; </a:t>
            </a:r>
            <a:r>
              <a:rPr lang="nl-NL" dirty="0" err="1"/>
              <a:t>global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nl-NL" dirty="0"/>
              <a:t>Meer voor </a:t>
            </a:r>
            <a:r>
              <a:rPr lang="nl-NL" dirty="0" err="1"/>
              <a:t>admin</a:t>
            </a:r>
            <a:r>
              <a:rPr lang="nl-NL" dirty="0"/>
              <a:t> achtige gebruikers</a:t>
            </a:r>
          </a:p>
          <a:p>
            <a:pPr marL="457200" lvl="1" indent="0">
              <a:buNone/>
            </a:pPr>
            <a:endParaRPr lang="nl-NL" dirty="0"/>
          </a:p>
          <a:p>
            <a:pPr marL="457200" lvl="1" indent="0">
              <a:buNone/>
            </a:pPr>
            <a:r>
              <a:rPr lang="nl-NL" dirty="0"/>
              <a:t>Dus niet voor een user die de applicatie gebruikt</a:t>
            </a:r>
          </a:p>
          <a:p>
            <a:pPr lvl="1"/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6B0516-F557-F0CB-A029-DE6C477C0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91" y="3142233"/>
            <a:ext cx="9354120" cy="371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2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Per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nl-NL" dirty="0" err="1"/>
              <a:t>Least</a:t>
            </a:r>
            <a:r>
              <a:rPr lang="nl-NL" dirty="0"/>
              <a:t> privilege</a:t>
            </a:r>
          </a:p>
          <a:p>
            <a:pPr lvl="1"/>
            <a:r>
              <a:rPr lang="nl-NL" dirty="0"/>
              <a:t>Hoe minder rechten nodig zijn hoe beter</a:t>
            </a:r>
          </a:p>
          <a:p>
            <a:pPr lvl="1"/>
            <a:r>
              <a:rPr lang="nl-NL" dirty="0"/>
              <a:t>Verschillende gebruikers voor verschillende rollen in je applicatie?</a:t>
            </a:r>
          </a:p>
          <a:p>
            <a:pPr marL="457200" lvl="1" indent="0">
              <a:buNone/>
            </a:pPr>
            <a:endParaRPr lang="nl-NL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BE710-EA6B-9BBD-102C-B0705B335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29" y="3259098"/>
            <a:ext cx="8703402" cy="345628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E6D59341-7BA6-C914-7E7A-D4EED6FA4F90}"/>
              </a:ext>
            </a:extLst>
          </p:cNvPr>
          <p:cNvSpPr/>
          <p:nvPr/>
        </p:nvSpPr>
        <p:spPr>
          <a:xfrm>
            <a:off x="6518244" y="531171"/>
            <a:ext cx="5262620" cy="6543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Wees niet gemakzuchtig met je user/rechten</a:t>
            </a:r>
          </a:p>
        </p:txBody>
      </p:sp>
    </p:spTree>
    <p:extLst>
      <p:ext uri="{BB962C8B-B14F-4D97-AF65-F5344CB8AC3E}">
        <p14:creationId xmlns:p14="http://schemas.microsoft.com/office/powerpoint/2010/main" val="345170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7B2B-8CB8-FDEE-7DB4-B1FD8B10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1A99-9593-C3EB-E25F-3B8B220A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8BDE0-77CC-C40E-0F32-3F066491E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nl-NL" dirty="0"/>
              <a:t>03 </a:t>
            </a:r>
            <a:r>
              <a:rPr lang="nl-NL" dirty="0" err="1"/>
              <a:t>db</a:t>
            </a:r>
            <a:r>
              <a:rPr lang="nl-NL" dirty="0"/>
              <a:t> users</a:t>
            </a:r>
          </a:p>
          <a:p>
            <a:pPr lvl="1"/>
            <a:r>
              <a:rPr lang="nl-NL" dirty="0"/>
              <a:t>03 herhaal les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5A7686-CF2F-1473-2376-B4FCE4360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496" y="1825625"/>
            <a:ext cx="5753292" cy="198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26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225</TotalTime>
  <Words>155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DB</vt:lpstr>
      <vt:lpstr>Beveiliging begint bij je user</vt:lpstr>
      <vt:lpstr>Waar denken jullie aan bij user design?</vt:lpstr>
      <vt:lpstr>Root</vt:lpstr>
      <vt:lpstr>Via workbench of sql?</vt:lpstr>
      <vt:lpstr>Via workbench of sql?</vt:lpstr>
      <vt:lpstr>Via workbench of sql?</vt:lpstr>
      <vt:lpstr>Limieten</vt:lpstr>
      <vt:lpstr>Roles &amp; global</vt:lpstr>
      <vt:lpstr>Per schema</vt:lpstr>
      <vt:lpstr>Opdrachten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2025-09-05T09:08:29Z</dcterms:modified>
</cp:coreProperties>
</file>